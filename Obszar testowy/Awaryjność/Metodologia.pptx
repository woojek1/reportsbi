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448" r:id="rId5"/>
    <p:sldId id="2462" r:id="rId6"/>
    <p:sldId id="2463" r:id="rId7"/>
    <p:sldId id="2451" r:id="rId8"/>
    <p:sldId id="2464" r:id="rId9"/>
    <p:sldId id="2465" r:id="rId10"/>
    <p:sldId id="2466" r:id="rId11"/>
    <p:sldId id="2467" r:id="rId12"/>
    <p:sldId id="2468" r:id="rId13"/>
    <p:sldId id="2469" r:id="rId14"/>
    <p:sldId id="2470" r:id="rId15"/>
    <p:sldId id="2476" r:id="rId16"/>
    <p:sldId id="2471" r:id="rId17"/>
    <p:sldId id="2472" r:id="rId18"/>
    <p:sldId id="2473" r:id="rId19"/>
    <p:sldId id="2474" r:id="rId20"/>
    <p:sldId id="2475" r:id="rId21"/>
  </p:sldIdLst>
  <p:sldSz cx="12192000" cy="6858000"/>
  <p:notesSz cx="6858000" cy="9144000"/>
  <p:defaultTextStyle>
    <a:defPPr rtl="0"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92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41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23B"/>
    <a:srgbClr val="898989"/>
    <a:srgbClr val="2F3342"/>
    <a:srgbClr val="A53F52"/>
    <a:srgbClr val="2C2153"/>
    <a:srgbClr val="E99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3296810-A885-4BE3-A3E7-6D5BEEA58F35}" styleName="Styl pośredni 2 — Ak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Bez stylu, siatka tabeli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>
        <p:guide orient="horz" pos="1992"/>
        <p:guide pos="3840"/>
        <p:guide orient="horz" pos="1416"/>
      </p:guideLst>
    </p:cSldViewPr>
  </p:slideViewPr>
  <p:outlineViewPr>
    <p:cViewPr>
      <p:scale>
        <a:sx n="33" d="100"/>
        <a:sy n="33" d="100"/>
      </p:scale>
      <p:origin x="0" y="-518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8722"/>
    </p:cViewPr>
  </p:sorterViewPr>
  <p:notesViewPr>
    <p:cSldViewPr snapToGrid="0">
      <p:cViewPr varScale="1">
        <p:scale>
          <a:sx n="86" d="100"/>
          <a:sy n="86" d="100"/>
        </p:scale>
        <p:origin x="386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ta Stawiarska" userId="ba9d4040-f679-4ea9-944e-6d02eb72c9ac" providerId="ADAL" clId="{3AC0460D-877C-4F3C-BECC-44B3330095FA}"/>
    <pc:docChg chg="undo custSel addSld delSld modSld sldOrd">
      <pc:chgData name="Marta Stawiarska" userId="ba9d4040-f679-4ea9-944e-6d02eb72c9ac" providerId="ADAL" clId="{3AC0460D-877C-4F3C-BECC-44B3330095FA}" dt="2025-08-05T10:27:44.899" v="10166" actId="47"/>
      <pc:docMkLst>
        <pc:docMk/>
      </pc:docMkLst>
      <pc:sldChg chg="del">
        <pc:chgData name="Marta Stawiarska" userId="ba9d4040-f679-4ea9-944e-6d02eb72c9ac" providerId="ADAL" clId="{3AC0460D-877C-4F3C-BECC-44B3330095FA}" dt="2025-07-23T08:54:01.531" v="8294" actId="47"/>
        <pc:sldMkLst>
          <pc:docMk/>
          <pc:sldMk cId="1325373587" sldId="259"/>
        </pc:sldMkLst>
      </pc:sldChg>
      <pc:sldChg chg="del">
        <pc:chgData name="Marta Stawiarska" userId="ba9d4040-f679-4ea9-944e-6d02eb72c9ac" providerId="ADAL" clId="{3AC0460D-877C-4F3C-BECC-44B3330095FA}" dt="2025-07-23T08:54:17.057" v="8300" actId="47"/>
        <pc:sldMkLst>
          <pc:docMk/>
          <pc:sldMk cId="2720361709" sldId="260"/>
        </pc:sldMkLst>
      </pc:sldChg>
      <pc:sldChg chg="del">
        <pc:chgData name="Marta Stawiarska" userId="ba9d4040-f679-4ea9-944e-6d02eb72c9ac" providerId="ADAL" clId="{3AC0460D-877C-4F3C-BECC-44B3330095FA}" dt="2025-07-23T08:54:12.209" v="8298" actId="47"/>
        <pc:sldMkLst>
          <pc:docMk/>
          <pc:sldMk cId="1619265676" sldId="262"/>
        </pc:sldMkLst>
      </pc:sldChg>
      <pc:sldChg chg="del">
        <pc:chgData name="Marta Stawiarska" userId="ba9d4040-f679-4ea9-944e-6d02eb72c9ac" providerId="ADAL" clId="{3AC0460D-877C-4F3C-BECC-44B3330095FA}" dt="2025-07-23T08:54:03.299" v="8295" actId="47"/>
        <pc:sldMkLst>
          <pc:docMk/>
          <pc:sldMk cId="869470413" sldId="2432"/>
        </pc:sldMkLst>
      </pc:sldChg>
      <pc:sldChg chg="del">
        <pc:chgData name="Marta Stawiarska" userId="ba9d4040-f679-4ea9-944e-6d02eb72c9ac" providerId="ADAL" clId="{3AC0460D-877C-4F3C-BECC-44B3330095FA}" dt="2025-07-23T09:01:29.986" v="8301" actId="47"/>
        <pc:sldMkLst>
          <pc:docMk/>
          <pc:sldMk cId="2779095684" sldId="2433"/>
        </pc:sldMkLst>
      </pc:sldChg>
      <pc:sldChg chg="addSp delSp modSp del mod">
        <pc:chgData name="Marta Stawiarska" userId="ba9d4040-f679-4ea9-944e-6d02eb72c9ac" providerId="ADAL" clId="{3AC0460D-877C-4F3C-BECC-44B3330095FA}" dt="2025-07-23T09:21:01.614" v="8468" actId="47"/>
        <pc:sldMkLst>
          <pc:docMk/>
          <pc:sldMk cId="927727573" sldId="2436"/>
        </pc:sldMkLst>
      </pc:sldChg>
      <pc:sldChg chg="addSp delSp modSp mod">
        <pc:chgData name="Marta Stawiarska" userId="ba9d4040-f679-4ea9-944e-6d02eb72c9ac" providerId="ADAL" clId="{3AC0460D-877C-4F3C-BECC-44B3330095FA}" dt="2025-07-22T11:47:14.812" v="3" actId="478"/>
        <pc:sldMkLst>
          <pc:docMk/>
          <pc:sldMk cId="3927832306" sldId="2448"/>
        </pc:sldMkLst>
        <pc:picChg chg="add del">
          <ac:chgData name="Marta Stawiarska" userId="ba9d4040-f679-4ea9-944e-6d02eb72c9ac" providerId="ADAL" clId="{3AC0460D-877C-4F3C-BECC-44B3330095FA}" dt="2025-07-22T11:47:12.412" v="2" actId="478"/>
          <ac:picMkLst>
            <pc:docMk/>
            <pc:sldMk cId="3927832306" sldId="2448"/>
            <ac:picMk id="8" creationId="{9AB29DBC-55D3-49D9-BB44-4936739C4B57}"/>
          </ac:picMkLst>
        </pc:picChg>
      </pc:sldChg>
      <pc:sldChg chg="del">
        <pc:chgData name="Marta Stawiarska" userId="ba9d4040-f679-4ea9-944e-6d02eb72c9ac" providerId="ADAL" clId="{3AC0460D-877C-4F3C-BECC-44B3330095FA}" dt="2025-07-23T09:01:37.442" v="8302" actId="47"/>
        <pc:sldMkLst>
          <pc:docMk/>
          <pc:sldMk cId="839779156" sldId="2450"/>
        </pc:sldMkLst>
      </pc:sldChg>
      <pc:sldChg chg="modSp mod">
        <pc:chgData name="Marta Stawiarska" userId="ba9d4040-f679-4ea9-944e-6d02eb72c9ac" providerId="ADAL" clId="{3AC0460D-877C-4F3C-BECC-44B3330095FA}" dt="2025-07-22T11:58:38.632" v="615" actId="20577"/>
        <pc:sldMkLst>
          <pc:docMk/>
          <pc:sldMk cId="2944765398" sldId="2451"/>
        </pc:sldMkLst>
        <pc:spChg chg="mod">
          <ac:chgData name="Marta Stawiarska" userId="ba9d4040-f679-4ea9-944e-6d02eb72c9ac" providerId="ADAL" clId="{3AC0460D-877C-4F3C-BECC-44B3330095FA}" dt="2025-07-22T11:58:38.632" v="615" actId="20577"/>
          <ac:spMkLst>
            <pc:docMk/>
            <pc:sldMk cId="2944765398" sldId="2451"/>
            <ac:spMk id="2" creationId="{B156CAF1-214F-4566-9B0D-DACA1063E8C8}"/>
          </ac:spMkLst>
        </pc:spChg>
        <pc:spChg chg="mod">
          <ac:chgData name="Marta Stawiarska" userId="ba9d4040-f679-4ea9-944e-6d02eb72c9ac" providerId="ADAL" clId="{3AC0460D-877C-4F3C-BECC-44B3330095FA}" dt="2025-07-22T11:52:03.672" v="305" actId="404"/>
          <ac:spMkLst>
            <pc:docMk/>
            <pc:sldMk cId="2944765398" sldId="2451"/>
            <ac:spMk id="3" creationId="{1D24B42B-925B-494C-A986-BD85E8117E1E}"/>
          </ac:spMkLst>
        </pc:spChg>
      </pc:sldChg>
      <pc:sldChg chg="del">
        <pc:chgData name="Marta Stawiarska" userId="ba9d4040-f679-4ea9-944e-6d02eb72c9ac" providerId="ADAL" clId="{3AC0460D-877C-4F3C-BECC-44B3330095FA}" dt="2025-07-23T08:54:13.759" v="8299" actId="47"/>
        <pc:sldMkLst>
          <pc:docMk/>
          <pc:sldMk cId="2129108354" sldId="2453"/>
        </pc:sldMkLst>
      </pc:sldChg>
      <pc:sldChg chg="del">
        <pc:chgData name="Marta Stawiarska" userId="ba9d4040-f679-4ea9-944e-6d02eb72c9ac" providerId="ADAL" clId="{3AC0460D-877C-4F3C-BECC-44B3330095FA}" dt="2025-07-23T08:54:11.173" v="8297" actId="47"/>
        <pc:sldMkLst>
          <pc:docMk/>
          <pc:sldMk cId="714960598" sldId="2454"/>
        </pc:sldMkLst>
      </pc:sldChg>
      <pc:sldChg chg="del">
        <pc:chgData name="Marta Stawiarska" userId="ba9d4040-f679-4ea9-944e-6d02eb72c9ac" providerId="ADAL" clId="{3AC0460D-877C-4F3C-BECC-44B3330095FA}" dt="2025-07-23T08:54:09.737" v="8296" actId="47"/>
        <pc:sldMkLst>
          <pc:docMk/>
          <pc:sldMk cId="3516891798" sldId="2456"/>
        </pc:sldMkLst>
      </pc:sldChg>
      <pc:sldChg chg="addSp delSp modSp del mod">
        <pc:chgData name="Marta Stawiarska" userId="ba9d4040-f679-4ea9-944e-6d02eb72c9ac" providerId="ADAL" clId="{3AC0460D-877C-4F3C-BECC-44B3330095FA}" dt="2025-08-05T10:27:44.899" v="10166" actId="47"/>
        <pc:sldMkLst>
          <pc:docMk/>
          <pc:sldMk cId="3164405530" sldId="2457"/>
        </pc:sldMkLst>
      </pc:sldChg>
      <pc:sldChg chg="addSp modSp mod ord">
        <pc:chgData name="Marta Stawiarska" userId="ba9d4040-f679-4ea9-944e-6d02eb72c9ac" providerId="ADAL" clId="{3AC0460D-877C-4F3C-BECC-44B3330095FA}" dt="2025-07-23T09:24:16.899" v="8572" actId="1076"/>
        <pc:sldMkLst>
          <pc:docMk/>
          <pc:sldMk cId="1649098948" sldId="2462"/>
        </pc:sldMkLst>
        <pc:spChg chg="mod">
          <ac:chgData name="Marta Stawiarska" userId="ba9d4040-f679-4ea9-944e-6d02eb72c9ac" providerId="ADAL" clId="{3AC0460D-877C-4F3C-BECC-44B3330095FA}" dt="2025-07-23T09:15:36.012" v="8337" actId="1076"/>
          <ac:spMkLst>
            <pc:docMk/>
            <pc:sldMk cId="1649098948" sldId="2462"/>
            <ac:spMk id="2" creationId="{BE3A87B3-0A27-4EE9-979E-B69581E476F0}"/>
          </ac:spMkLst>
        </pc:spChg>
        <pc:spChg chg="add mod">
          <ac:chgData name="Marta Stawiarska" userId="ba9d4040-f679-4ea9-944e-6d02eb72c9ac" providerId="ADAL" clId="{3AC0460D-877C-4F3C-BECC-44B3330095FA}" dt="2025-07-23T09:24:12.059" v="8571" actId="14100"/>
          <ac:spMkLst>
            <pc:docMk/>
            <pc:sldMk cId="1649098948" sldId="2462"/>
            <ac:spMk id="3" creationId="{4F4074D1-2A0F-699B-71C8-B7D189E57578}"/>
          </ac:spMkLst>
        </pc:spChg>
        <pc:spChg chg="mod">
          <ac:chgData name="Marta Stawiarska" userId="ba9d4040-f679-4ea9-944e-6d02eb72c9ac" providerId="ADAL" clId="{3AC0460D-877C-4F3C-BECC-44B3330095FA}" dt="2025-07-23T09:24:16.899" v="8572" actId="1076"/>
          <ac:spMkLst>
            <pc:docMk/>
            <pc:sldMk cId="1649098948" sldId="2462"/>
            <ac:spMk id="6" creationId="{F3C89A40-EEAA-43AB-9A3A-B2CFDE450F1B}"/>
          </ac:spMkLst>
        </pc:spChg>
      </pc:sldChg>
      <pc:sldChg chg="delSp modSp new mod">
        <pc:chgData name="Marta Stawiarska" userId="ba9d4040-f679-4ea9-944e-6d02eb72c9ac" providerId="ADAL" clId="{3AC0460D-877C-4F3C-BECC-44B3330095FA}" dt="2025-07-23T09:23:37.543" v="8535" actId="20577"/>
        <pc:sldMkLst>
          <pc:docMk/>
          <pc:sldMk cId="2167261709" sldId="2463"/>
        </pc:sldMkLst>
        <pc:spChg chg="mod">
          <ac:chgData name="Marta Stawiarska" userId="ba9d4040-f679-4ea9-944e-6d02eb72c9ac" providerId="ADAL" clId="{3AC0460D-877C-4F3C-BECC-44B3330095FA}" dt="2025-07-23T09:23:37.543" v="8535" actId="20577"/>
          <ac:spMkLst>
            <pc:docMk/>
            <pc:sldMk cId="2167261709" sldId="2463"/>
            <ac:spMk id="5" creationId="{AD441089-0017-20F5-B211-A66FDF012C06}"/>
          </ac:spMkLst>
        </pc:spChg>
      </pc:sldChg>
      <pc:sldChg chg="delSp new del mod">
        <pc:chgData name="Marta Stawiarska" userId="ba9d4040-f679-4ea9-944e-6d02eb72c9ac" providerId="ADAL" clId="{3AC0460D-877C-4F3C-BECC-44B3330095FA}" dt="2025-07-22T11:58:59.589" v="616" actId="2696"/>
        <pc:sldMkLst>
          <pc:docMk/>
          <pc:sldMk cId="871280112" sldId="2464"/>
        </pc:sldMkLst>
      </pc:sldChg>
      <pc:sldChg chg="addSp delSp modSp add mod ord">
        <pc:chgData name="Marta Stawiarska" userId="ba9d4040-f679-4ea9-944e-6d02eb72c9ac" providerId="ADAL" clId="{3AC0460D-877C-4F3C-BECC-44B3330095FA}" dt="2025-07-23T09:16:47.219" v="8383" actId="404"/>
        <pc:sldMkLst>
          <pc:docMk/>
          <pc:sldMk cId="3017192631" sldId="2464"/>
        </pc:sldMkLst>
        <pc:spChg chg="mod">
          <ac:chgData name="Marta Stawiarska" userId="ba9d4040-f679-4ea9-944e-6d02eb72c9ac" providerId="ADAL" clId="{3AC0460D-877C-4F3C-BECC-44B3330095FA}" dt="2025-07-23T07:38:50.401" v="5255" actId="20577"/>
          <ac:spMkLst>
            <pc:docMk/>
            <pc:sldMk cId="3017192631" sldId="2464"/>
            <ac:spMk id="5" creationId="{187770AB-FA4D-FBD9-F73A-2CC9DB3C3E06}"/>
          </ac:spMkLst>
        </pc:spChg>
        <pc:spChg chg="add del mod">
          <ac:chgData name="Marta Stawiarska" userId="ba9d4040-f679-4ea9-944e-6d02eb72c9ac" providerId="ADAL" clId="{3AC0460D-877C-4F3C-BECC-44B3330095FA}" dt="2025-07-23T09:16:47.219" v="8383" actId="404"/>
          <ac:spMkLst>
            <pc:docMk/>
            <pc:sldMk cId="3017192631" sldId="2464"/>
            <ac:spMk id="12" creationId="{D7A9FE3D-DAC9-F317-8842-6C67F596C9DC}"/>
          </ac:spMkLst>
        </pc:spChg>
        <pc:graphicFrameChg chg="add del mod modGraphic">
          <ac:chgData name="Marta Stawiarska" userId="ba9d4040-f679-4ea9-944e-6d02eb72c9ac" providerId="ADAL" clId="{3AC0460D-877C-4F3C-BECC-44B3330095FA}" dt="2025-07-23T09:16:42.308" v="8382" actId="404"/>
          <ac:graphicFrameMkLst>
            <pc:docMk/>
            <pc:sldMk cId="3017192631" sldId="2464"/>
            <ac:graphicFrameMk id="11" creationId="{EF8B1B25-CBE3-AF32-FCAF-F5C69ABA7FDE}"/>
          </ac:graphicFrameMkLst>
        </pc:graphicFrameChg>
      </pc:sldChg>
      <pc:sldChg chg="addSp delSp modSp add mod">
        <pc:chgData name="Marta Stawiarska" userId="ba9d4040-f679-4ea9-944e-6d02eb72c9ac" providerId="ADAL" clId="{3AC0460D-877C-4F3C-BECC-44B3330095FA}" dt="2025-07-23T09:24:41.416" v="8574" actId="20577"/>
        <pc:sldMkLst>
          <pc:docMk/>
          <pc:sldMk cId="3037402278" sldId="2465"/>
        </pc:sldMkLst>
        <pc:spChg chg="mod">
          <ac:chgData name="Marta Stawiarska" userId="ba9d4040-f679-4ea9-944e-6d02eb72c9ac" providerId="ADAL" clId="{3AC0460D-877C-4F3C-BECC-44B3330095FA}" dt="2025-07-23T09:24:41.416" v="8574" actId="20577"/>
          <ac:spMkLst>
            <pc:docMk/>
            <pc:sldMk cId="3037402278" sldId="2465"/>
            <ac:spMk id="13" creationId="{EEAEA773-B540-88A6-6144-9D4C89B10356}"/>
          </ac:spMkLst>
        </pc:spChg>
      </pc:sldChg>
      <pc:sldChg chg="addSp modSp add mod">
        <pc:chgData name="Marta Stawiarska" userId="ba9d4040-f679-4ea9-944e-6d02eb72c9ac" providerId="ADAL" clId="{3AC0460D-877C-4F3C-BECC-44B3330095FA}" dt="2025-07-23T09:25:12.975" v="8578" actId="1076"/>
        <pc:sldMkLst>
          <pc:docMk/>
          <pc:sldMk cId="2766049131" sldId="2466"/>
        </pc:sldMkLst>
        <pc:spChg chg="add mod">
          <ac:chgData name="Marta Stawiarska" userId="ba9d4040-f679-4ea9-944e-6d02eb72c9ac" providerId="ADAL" clId="{3AC0460D-877C-4F3C-BECC-44B3330095FA}" dt="2025-07-23T09:17:01.076" v="8386" actId="404"/>
          <ac:spMkLst>
            <pc:docMk/>
            <pc:sldMk cId="2766049131" sldId="2466"/>
            <ac:spMk id="3" creationId="{8C2F6328-4755-4AF9-BEBC-8C7FDAF21C4F}"/>
          </ac:spMkLst>
        </pc:spChg>
        <pc:spChg chg="add mod">
          <ac:chgData name="Marta Stawiarska" userId="ba9d4040-f679-4ea9-944e-6d02eb72c9ac" providerId="ADAL" clId="{3AC0460D-877C-4F3C-BECC-44B3330095FA}" dt="2025-07-23T09:24:53.633" v="8576" actId="20577"/>
          <ac:spMkLst>
            <pc:docMk/>
            <pc:sldMk cId="2766049131" sldId="2466"/>
            <ac:spMk id="6" creationId="{B657B2ED-B117-9946-8660-5849866517BE}"/>
          </ac:spMkLst>
        </pc:spChg>
        <pc:spChg chg="add mod">
          <ac:chgData name="Marta Stawiarska" userId="ba9d4040-f679-4ea9-944e-6d02eb72c9ac" providerId="ADAL" clId="{3AC0460D-877C-4F3C-BECC-44B3330095FA}" dt="2025-07-22T14:01:34.268" v="4221" actId="1076"/>
          <ac:spMkLst>
            <pc:docMk/>
            <pc:sldMk cId="2766049131" sldId="2466"/>
            <ac:spMk id="7" creationId="{841D60AA-4C50-4166-109A-AFD623259C84}"/>
          </ac:spMkLst>
        </pc:spChg>
        <pc:spChg chg="add mod">
          <ac:chgData name="Marta Stawiarska" userId="ba9d4040-f679-4ea9-944e-6d02eb72c9ac" providerId="ADAL" clId="{3AC0460D-877C-4F3C-BECC-44B3330095FA}" dt="2025-07-23T09:25:12.975" v="8578" actId="1076"/>
          <ac:spMkLst>
            <pc:docMk/>
            <pc:sldMk cId="2766049131" sldId="2466"/>
            <ac:spMk id="8" creationId="{D1765DEF-2FF6-1B48-B354-7E701112EDDF}"/>
          </ac:spMkLst>
        </pc:spChg>
        <pc:spChg chg="mod">
          <ac:chgData name="Marta Stawiarska" userId="ba9d4040-f679-4ea9-944e-6d02eb72c9ac" providerId="ADAL" clId="{3AC0460D-877C-4F3C-BECC-44B3330095FA}" dt="2025-07-22T12:31:10.680" v="2088" actId="20577"/>
          <ac:spMkLst>
            <pc:docMk/>
            <pc:sldMk cId="2766049131" sldId="2466"/>
            <ac:spMk id="13" creationId="{76291813-6421-667E-FA91-037EC4FF0625}"/>
          </ac:spMkLst>
        </pc:spChg>
      </pc:sldChg>
      <pc:sldChg chg="addSp delSp modSp add mod">
        <pc:chgData name="Marta Stawiarska" userId="ba9d4040-f679-4ea9-944e-6d02eb72c9ac" providerId="ADAL" clId="{3AC0460D-877C-4F3C-BECC-44B3330095FA}" dt="2025-07-23T09:25:25.920" v="8580" actId="1076"/>
        <pc:sldMkLst>
          <pc:docMk/>
          <pc:sldMk cId="828552237" sldId="2467"/>
        </pc:sldMkLst>
        <pc:spChg chg="add mod">
          <ac:chgData name="Marta Stawiarska" userId="ba9d4040-f679-4ea9-944e-6d02eb72c9ac" providerId="ADAL" clId="{3AC0460D-877C-4F3C-BECC-44B3330095FA}" dt="2025-07-23T09:25:20.265" v="8579" actId="403"/>
          <ac:spMkLst>
            <pc:docMk/>
            <pc:sldMk cId="828552237" sldId="2467"/>
            <ac:spMk id="2" creationId="{B964C82B-9855-B6F8-F3A7-8889FB708881}"/>
          </ac:spMkLst>
        </pc:spChg>
        <pc:spChg chg="add mod">
          <ac:chgData name="Marta Stawiarska" userId="ba9d4040-f679-4ea9-944e-6d02eb72c9ac" providerId="ADAL" clId="{3AC0460D-877C-4F3C-BECC-44B3330095FA}" dt="2025-07-23T09:17:13.481" v="8389" actId="404"/>
          <ac:spMkLst>
            <pc:docMk/>
            <pc:sldMk cId="828552237" sldId="2467"/>
            <ac:spMk id="7" creationId="{5E8650E1-5D72-C372-811E-C5C13EFAAFA1}"/>
          </ac:spMkLst>
        </pc:spChg>
        <pc:spChg chg="add mod">
          <ac:chgData name="Marta Stawiarska" userId="ba9d4040-f679-4ea9-944e-6d02eb72c9ac" providerId="ADAL" clId="{3AC0460D-877C-4F3C-BECC-44B3330095FA}" dt="2025-07-22T13:21:50.584" v="3000" actId="1076"/>
          <ac:spMkLst>
            <pc:docMk/>
            <pc:sldMk cId="828552237" sldId="2467"/>
            <ac:spMk id="9" creationId="{5E672FD7-ADF1-8239-DF05-0016DAA5ABB8}"/>
          </ac:spMkLst>
        </pc:spChg>
        <pc:spChg chg="add mod">
          <ac:chgData name="Marta Stawiarska" userId="ba9d4040-f679-4ea9-944e-6d02eb72c9ac" providerId="ADAL" clId="{3AC0460D-877C-4F3C-BECC-44B3330095FA}" dt="2025-07-23T09:17:16.668" v="8391" actId="404"/>
          <ac:spMkLst>
            <pc:docMk/>
            <pc:sldMk cId="828552237" sldId="2467"/>
            <ac:spMk id="11" creationId="{16CC866B-1FF0-D7C5-5833-D18FC62F24DC}"/>
          </ac:spMkLst>
        </pc:spChg>
        <pc:graphicFrameChg chg="add mod modGraphic">
          <ac:chgData name="Marta Stawiarska" userId="ba9d4040-f679-4ea9-944e-6d02eb72c9ac" providerId="ADAL" clId="{3AC0460D-877C-4F3C-BECC-44B3330095FA}" dt="2025-07-23T09:25:25.920" v="8580" actId="1076"/>
          <ac:graphicFrameMkLst>
            <pc:docMk/>
            <pc:sldMk cId="828552237" sldId="2467"/>
            <ac:graphicFrameMk id="5" creationId="{56238242-BECB-3D6B-8F56-0383211BE517}"/>
          </ac:graphicFrameMkLst>
        </pc:graphicFrameChg>
      </pc:sldChg>
      <pc:sldChg chg="new del">
        <pc:chgData name="Marta Stawiarska" userId="ba9d4040-f679-4ea9-944e-6d02eb72c9ac" providerId="ADAL" clId="{3AC0460D-877C-4F3C-BECC-44B3330095FA}" dt="2025-07-22T13:03:14.917" v="2509" actId="47"/>
        <pc:sldMkLst>
          <pc:docMk/>
          <pc:sldMk cId="1331310030" sldId="2467"/>
        </pc:sldMkLst>
      </pc:sldChg>
      <pc:sldChg chg="addSp delSp modSp add mod">
        <pc:chgData name="Marta Stawiarska" userId="ba9d4040-f679-4ea9-944e-6d02eb72c9ac" providerId="ADAL" clId="{3AC0460D-877C-4F3C-BECC-44B3330095FA}" dt="2025-07-23T09:18:04.973" v="8421" actId="20577"/>
        <pc:sldMkLst>
          <pc:docMk/>
          <pc:sldMk cId="3749603991" sldId="2468"/>
        </pc:sldMkLst>
        <pc:spChg chg="add mod">
          <ac:chgData name="Marta Stawiarska" userId="ba9d4040-f679-4ea9-944e-6d02eb72c9ac" providerId="ADAL" clId="{3AC0460D-877C-4F3C-BECC-44B3330095FA}" dt="2025-07-23T07:36:08.273" v="5045" actId="1076"/>
          <ac:spMkLst>
            <pc:docMk/>
            <pc:sldMk cId="3749603991" sldId="2468"/>
            <ac:spMk id="3" creationId="{3435DEEA-EB39-C2AC-C66D-08031199B230}"/>
          </ac:spMkLst>
        </pc:spChg>
        <pc:spChg chg="add mod">
          <ac:chgData name="Marta Stawiarska" userId="ba9d4040-f679-4ea9-944e-6d02eb72c9ac" providerId="ADAL" clId="{3AC0460D-877C-4F3C-BECC-44B3330095FA}" dt="2025-07-23T07:36:08.273" v="5045" actId="1076"/>
          <ac:spMkLst>
            <pc:docMk/>
            <pc:sldMk cId="3749603991" sldId="2468"/>
            <ac:spMk id="6" creationId="{7747240C-B2E8-6A47-1849-680A73DFC77C}"/>
          </ac:spMkLst>
        </pc:spChg>
        <pc:spChg chg="mod">
          <ac:chgData name="Marta Stawiarska" userId="ba9d4040-f679-4ea9-944e-6d02eb72c9ac" providerId="ADAL" clId="{3AC0460D-877C-4F3C-BECC-44B3330095FA}" dt="2025-07-23T09:17:30.241" v="8393" actId="404"/>
          <ac:spMkLst>
            <pc:docMk/>
            <pc:sldMk cId="3749603991" sldId="2468"/>
            <ac:spMk id="7" creationId="{A3512F24-5AB6-ED98-5113-200AFCFEE01B}"/>
          </ac:spMkLst>
        </pc:spChg>
        <pc:spChg chg="add mod">
          <ac:chgData name="Marta Stawiarska" userId="ba9d4040-f679-4ea9-944e-6d02eb72c9ac" providerId="ADAL" clId="{3AC0460D-877C-4F3C-BECC-44B3330095FA}" dt="2025-07-23T09:17:33.785" v="8394" actId="404"/>
          <ac:spMkLst>
            <pc:docMk/>
            <pc:sldMk cId="3749603991" sldId="2468"/>
            <ac:spMk id="8" creationId="{BFE37CBB-405A-669C-A697-9244C48D3165}"/>
          </ac:spMkLst>
        </pc:spChg>
        <pc:spChg chg="add mod">
          <ac:chgData name="Marta Stawiarska" userId="ba9d4040-f679-4ea9-944e-6d02eb72c9ac" providerId="ADAL" clId="{3AC0460D-877C-4F3C-BECC-44B3330095FA}" dt="2025-07-23T07:36:08.273" v="5045" actId="1076"/>
          <ac:spMkLst>
            <pc:docMk/>
            <pc:sldMk cId="3749603991" sldId="2468"/>
            <ac:spMk id="10" creationId="{3820FAFA-B174-5F12-4E73-BDF8A1ADFC84}"/>
          </ac:spMkLst>
        </pc:spChg>
        <pc:spChg chg="mod">
          <ac:chgData name="Marta Stawiarska" userId="ba9d4040-f679-4ea9-944e-6d02eb72c9ac" providerId="ADAL" clId="{3AC0460D-877C-4F3C-BECC-44B3330095FA}" dt="2025-07-23T09:18:04.973" v="8421" actId="20577"/>
          <ac:spMkLst>
            <pc:docMk/>
            <pc:sldMk cId="3749603991" sldId="2468"/>
            <ac:spMk id="11" creationId="{A398C41B-56FB-6CBF-79D4-D6EF9A8AB4B1}"/>
          </ac:spMkLst>
        </pc:spChg>
        <pc:spChg chg="add mod">
          <ac:chgData name="Marta Stawiarska" userId="ba9d4040-f679-4ea9-944e-6d02eb72c9ac" providerId="ADAL" clId="{3AC0460D-877C-4F3C-BECC-44B3330095FA}" dt="2025-07-23T07:36:08.273" v="5045" actId="1076"/>
          <ac:spMkLst>
            <pc:docMk/>
            <pc:sldMk cId="3749603991" sldId="2468"/>
            <ac:spMk id="15" creationId="{0524E2EC-9DD4-B02A-A9D7-A2ED8851C5FC}"/>
          </ac:spMkLst>
        </pc:spChg>
      </pc:sldChg>
      <pc:sldChg chg="addSp delSp modSp add mod">
        <pc:chgData name="Marta Stawiarska" userId="ba9d4040-f679-4ea9-944e-6d02eb72c9ac" providerId="ADAL" clId="{3AC0460D-877C-4F3C-BECC-44B3330095FA}" dt="2025-07-24T09:27:41.326" v="8658" actId="20577"/>
        <pc:sldMkLst>
          <pc:docMk/>
          <pc:sldMk cId="2804392206" sldId="2469"/>
        </pc:sldMkLst>
        <pc:spChg chg="mod">
          <ac:chgData name="Marta Stawiarska" userId="ba9d4040-f679-4ea9-944e-6d02eb72c9ac" providerId="ADAL" clId="{3AC0460D-877C-4F3C-BECC-44B3330095FA}" dt="2025-07-23T09:18:16.496" v="8422" actId="404"/>
          <ac:spMkLst>
            <pc:docMk/>
            <pc:sldMk cId="2804392206" sldId="2469"/>
            <ac:spMk id="8" creationId="{25A56229-F3E6-616A-A3C7-6DAD3F5DDFE9}"/>
          </ac:spMkLst>
        </pc:spChg>
        <pc:spChg chg="add mod">
          <ac:chgData name="Marta Stawiarska" userId="ba9d4040-f679-4ea9-944e-6d02eb72c9ac" providerId="ADAL" clId="{3AC0460D-877C-4F3C-BECC-44B3330095FA}" dt="2025-07-24T09:27:41.326" v="8658" actId="20577"/>
          <ac:spMkLst>
            <pc:docMk/>
            <pc:sldMk cId="2804392206" sldId="2469"/>
            <ac:spMk id="24" creationId="{113943D5-BCA7-68DD-42BF-B6F46AB85E0E}"/>
          </ac:spMkLst>
        </pc:spChg>
        <pc:graphicFrameChg chg="add mod modGraphic">
          <ac:chgData name="Marta Stawiarska" userId="ba9d4040-f679-4ea9-944e-6d02eb72c9ac" providerId="ADAL" clId="{3AC0460D-877C-4F3C-BECC-44B3330095FA}" dt="2025-07-24T09:25:48.714" v="8647" actId="20577"/>
          <ac:graphicFrameMkLst>
            <pc:docMk/>
            <pc:sldMk cId="2804392206" sldId="2469"/>
            <ac:graphicFrameMk id="27" creationId="{1EFA0A9E-14E2-5D1C-C5ED-CA501C02A7E6}"/>
          </ac:graphicFrameMkLst>
        </pc:graphicFrameChg>
      </pc:sldChg>
      <pc:sldChg chg="addSp delSp modSp new mod">
        <pc:chgData name="Marta Stawiarska" userId="ba9d4040-f679-4ea9-944e-6d02eb72c9ac" providerId="ADAL" clId="{3AC0460D-877C-4F3C-BECC-44B3330095FA}" dt="2025-07-24T10:54:42.401" v="10163" actId="20577"/>
        <pc:sldMkLst>
          <pc:docMk/>
          <pc:sldMk cId="1484654318" sldId="2470"/>
        </pc:sldMkLst>
        <pc:spChg chg="add mod">
          <ac:chgData name="Marta Stawiarska" userId="ba9d4040-f679-4ea9-944e-6d02eb72c9ac" providerId="ADAL" clId="{3AC0460D-877C-4F3C-BECC-44B3330095FA}" dt="2025-07-24T10:44:49.357" v="9965" actId="1076"/>
          <ac:spMkLst>
            <pc:docMk/>
            <pc:sldMk cId="1484654318" sldId="2470"/>
            <ac:spMk id="7" creationId="{C39A3A60-C619-9DC1-9319-02AFC0F712D7}"/>
          </ac:spMkLst>
        </pc:spChg>
        <pc:spChg chg="add mod">
          <ac:chgData name="Marta Stawiarska" userId="ba9d4040-f679-4ea9-944e-6d02eb72c9ac" providerId="ADAL" clId="{3AC0460D-877C-4F3C-BECC-44B3330095FA}" dt="2025-07-24T10:47:21.686" v="10063" actId="20577"/>
          <ac:spMkLst>
            <pc:docMk/>
            <pc:sldMk cId="1484654318" sldId="2470"/>
            <ac:spMk id="12" creationId="{A4EEA87F-9C01-39EE-1298-B3EB40243562}"/>
          </ac:spMkLst>
        </pc:spChg>
        <pc:spChg chg="add mod">
          <ac:chgData name="Marta Stawiarska" userId="ba9d4040-f679-4ea9-944e-6d02eb72c9ac" providerId="ADAL" clId="{3AC0460D-877C-4F3C-BECC-44B3330095FA}" dt="2025-07-24T10:54:42.401" v="10163" actId="20577"/>
          <ac:spMkLst>
            <pc:docMk/>
            <pc:sldMk cId="1484654318" sldId="2470"/>
            <ac:spMk id="13" creationId="{25250F5C-2726-1210-98D8-DECDFE3A2821}"/>
          </ac:spMkLst>
        </pc:spChg>
        <pc:graphicFrameChg chg="add mod">
          <ac:chgData name="Marta Stawiarska" userId="ba9d4040-f679-4ea9-944e-6d02eb72c9ac" providerId="ADAL" clId="{3AC0460D-877C-4F3C-BECC-44B3330095FA}" dt="2025-07-24T10:38:41.874" v="9787" actId="1076"/>
          <ac:graphicFrameMkLst>
            <pc:docMk/>
            <pc:sldMk cId="1484654318" sldId="2470"/>
            <ac:graphicFrameMk id="10" creationId="{70C3CBB5-1126-B6DF-8965-A74B43FA642F}"/>
          </ac:graphicFrameMkLst>
        </pc:graphicFrameChg>
      </pc:sldChg>
      <pc:sldChg chg="addSp delSp modSp add del mod">
        <pc:chgData name="Marta Stawiarska" userId="ba9d4040-f679-4ea9-944e-6d02eb72c9ac" providerId="ADAL" clId="{3AC0460D-877C-4F3C-BECC-44B3330095FA}" dt="2025-07-23T07:38:59.484" v="5260" actId="47"/>
        <pc:sldMkLst>
          <pc:docMk/>
          <pc:sldMk cId="1064281367" sldId="2471"/>
        </pc:sldMkLst>
      </pc:sldChg>
      <pc:sldChg chg="modSp add mod ord">
        <pc:chgData name="Marta Stawiarska" userId="ba9d4040-f679-4ea9-944e-6d02eb72c9ac" providerId="ADAL" clId="{3AC0460D-877C-4F3C-BECC-44B3330095FA}" dt="2025-07-23T07:40:06.373" v="5280"/>
        <pc:sldMkLst>
          <pc:docMk/>
          <pc:sldMk cId="2996695449" sldId="2471"/>
        </pc:sldMkLst>
        <pc:spChg chg="mod">
          <ac:chgData name="Marta Stawiarska" userId="ba9d4040-f679-4ea9-944e-6d02eb72c9ac" providerId="ADAL" clId="{3AC0460D-877C-4F3C-BECC-44B3330095FA}" dt="2025-07-23T07:39:57.183" v="5278" actId="20577"/>
          <ac:spMkLst>
            <pc:docMk/>
            <pc:sldMk cId="2996695449" sldId="2471"/>
            <ac:spMk id="2" creationId="{9D72B02A-FCE0-6FA8-84D2-EB23D5A549AD}"/>
          </ac:spMkLst>
        </pc:spChg>
        <pc:spChg chg="mod">
          <ac:chgData name="Marta Stawiarska" userId="ba9d4040-f679-4ea9-944e-6d02eb72c9ac" providerId="ADAL" clId="{3AC0460D-877C-4F3C-BECC-44B3330095FA}" dt="2025-07-23T07:39:47.823" v="5272" actId="20577"/>
          <ac:spMkLst>
            <pc:docMk/>
            <pc:sldMk cId="2996695449" sldId="2471"/>
            <ac:spMk id="3" creationId="{B18C1AEC-BD14-C94C-10A3-C46ECB6F6A0E}"/>
          </ac:spMkLst>
        </pc:spChg>
      </pc:sldChg>
      <pc:sldChg chg="addSp modSp add mod ord">
        <pc:chgData name="Marta Stawiarska" userId="ba9d4040-f679-4ea9-944e-6d02eb72c9ac" providerId="ADAL" clId="{3AC0460D-877C-4F3C-BECC-44B3330095FA}" dt="2025-07-23T09:19:22.280" v="8439" actId="404"/>
        <pc:sldMkLst>
          <pc:docMk/>
          <pc:sldMk cId="3920598069" sldId="2472"/>
        </pc:sldMkLst>
        <pc:spChg chg="add mod">
          <ac:chgData name="Marta Stawiarska" userId="ba9d4040-f679-4ea9-944e-6d02eb72c9ac" providerId="ADAL" clId="{3AC0460D-877C-4F3C-BECC-44B3330095FA}" dt="2025-07-23T09:19:13.358" v="8437" actId="255"/>
          <ac:spMkLst>
            <pc:docMk/>
            <pc:sldMk cId="3920598069" sldId="2472"/>
            <ac:spMk id="2" creationId="{09EEC89B-904E-75E8-9A4B-A0F1816396C0}"/>
          </ac:spMkLst>
        </pc:spChg>
        <pc:spChg chg="add mod">
          <ac:chgData name="Marta Stawiarska" userId="ba9d4040-f679-4ea9-944e-6d02eb72c9ac" providerId="ADAL" clId="{3AC0460D-877C-4F3C-BECC-44B3330095FA}" dt="2025-07-23T09:19:07.268" v="8435" actId="404"/>
          <ac:spMkLst>
            <pc:docMk/>
            <pc:sldMk cId="3920598069" sldId="2472"/>
            <ac:spMk id="5" creationId="{689F09A9-D9A5-9138-71B9-018C6FC660BB}"/>
          </ac:spMkLst>
        </pc:spChg>
        <pc:spChg chg="add mod">
          <ac:chgData name="Marta Stawiarska" userId="ba9d4040-f679-4ea9-944e-6d02eb72c9ac" providerId="ADAL" clId="{3AC0460D-877C-4F3C-BECC-44B3330095FA}" dt="2025-07-23T09:19:19.391" v="8438" actId="404"/>
          <ac:spMkLst>
            <pc:docMk/>
            <pc:sldMk cId="3920598069" sldId="2472"/>
            <ac:spMk id="6" creationId="{214CBC6B-3382-6C26-A366-0AB7FA1BD530}"/>
          </ac:spMkLst>
        </pc:spChg>
        <pc:spChg chg="mod">
          <ac:chgData name="Marta Stawiarska" userId="ba9d4040-f679-4ea9-944e-6d02eb72c9ac" providerId="ADAL" clId="{3AC0460D-877C-4F3C-BECC-44B3330095FA}" dt="2025-07-23T09:19:03.957" v="8434" actId="404"/>
          <ac:spMkLst>
            <pc:docMk/>
            <pc:sldMk cId="3920598069" sldId="2472"/>
            <ac:spMk id="7" creationId="{FFA49E26-95DD-78AE-5530-9005C1EF112D}"/>
          </ac:spMkLst>
        </pc:spChg>
        <pc:graphicFrameChg chg="add mod modGraphic">
          <ac:chgData name="Marta Stawiarska" userId="ba9d4040-f679-4ea9-944e-6d02eb72c9ac" providerId="ADAL" clId="{3AC0460D-877C-4F3C-BECC-44B3330095FA}" dt="2025-07-23T09:19:22.280" v="8439" actId="404"/>
          <ac:graphicFrameMkLst>
            <pc:docMk/>
            <pc:sldMk cId="3920598069" sldId="2472"/>
            <ac:graphicFrameMk id="3" creationId="{795F59CA-9CD0-67D8-40E8-82181928E7E6}"/>
          </ac:graphicFrameMkLst>
        </pc:graphicFrameChg>
      </pc:sldChg>
      <pc:sldChg chg="modSp add mod ord">
        <pc:chgData name="Marta Stawiarska" userId="ba9d4040-f679-4ea9-944e-6d02eb72c9ac" providerId="ADAL" clId="{3AC0460D-877C-4F3C-BECC-44B3330095FA}" dt="2025-07-23T08:17:48.840" v="7190" actId="20577"/>
        <pc:sldMkLst>
          <pc:docMk/>
          <pc:sldMk cId="2479749070" sldId="2473"/>
        </pc:sldMkLst>
        <pc:spChg chg="mod">
          <ac:chgData name="Marta Stawiarska" userId="ba9d4040-f679-4ea9-944e-6d02eb72c9ac" providerId="ADAL" clId="{3AC0460D-877C-4F3C-BECC-44B3330095FA}" dt="2025-07-23T08:17:48.840" v="7190" actId="20577"/>
          <ac:spMkLst>
            <pc:docMk/>
            <pc:sldMk cId="2479749070" sldId="2473"/>
            <ac:spMk id="2" creationId="{AAD05A60-6CDE-8394-94DE-C8BC09C0C4F4}"/>
          </ac:spMkLst>
        </pc:spChg>
        <pc:spChg chg="mod">
          <ac:chgData name="Marta Stawiarska" userId="ba9d4040-f679-4ea9-944e-6d02eb72c9ac" providerId="ADAL" clId="{3AC0460D-877C-4F3C-BECC-44B3330095FA}" dt="2025-07-23T08:17:27.254" v="7160" actId="20577"/>
          <ac:spMkLst>
            <pc:docMk/>
            <pc:sldMk cId="2479749070" sldId="2473"/>
            <ac:spMk id="3" creationId="{84AA3979-3067-5F78-55A6-85B6B61EFE4F}"/>
          </ac:spMkLst>
        </pc:spChg>
      </pc:sldChg>
      <pc:sldChg chg="addSp delSp modSp add mod ord">
        <pc:chgData name="Marta Stawiarska" userId="ba9d4040-f679-4ea9-944e-6d02eb72c9ac" providerId="ADAL" clId="{3AC0460D-877C-4F3C-BECC-44B3330095FA}" dt="2025-07-23T09:19:32.696" v="8441" actId="404"/>
        <pc:sldMkLst>
          <pc:docMk/>
          <pc:sldMk cId="492204973" sldId="2474"/>
        </pc:sldMkLst>
        <pc:spChg chg="mod">
          <ac:chgData name="Marta Stawiarska" userId="ba9d4040-f679-4ea9-944e-6d02eb72c9ac" providerId="ADAL" clId="{3AC0460D-877C-4F3C-BECC-44B3330095FA}" dt="2025-07-23T09:19:32.696" v="8441" actId="404"/>
          <ac:spMkLst>
            <pc:docMk/>
            <pc:sldMk cId="492204973" sldId="2474"/>
            <ac:spMk id="5" creationId="{1BB19F90-8B2E-E461-9B83-3C96D6B0B26C}"/>
          </ac:spMkLst>
        </pc:spChg>
        <pc:spChg chg="mod">
          <ac:chgData name="Marta Stawiarska" userId="ba9d4040-f679-4ea9-944e-6d02eb72c9ac" providerId="ADAL" clId="{3AC0460D-877C-4F3C-BECC-44B3330095FA}" dt="2025-07-23T09:19:30.369" v="8440" actId="404"/>
          <ac:spMkLst>
            <pc:docMk/>
            <pc:sldMk cId="492204973" sldId="2474"/>
            <ac:spMk id="7" creationId="{FCD08841-D766-696C-225D-881D7D1845C7}"/>
          </ac:spMkLst>
        </pc:spChg>
      </pc:sldChg>
      <pc:sldChg chg="delSp modSp add mod">
        <pc:chgData name="Marta Stawiarska" userId="ba9d4040-f679-4ea9-944e-6d02eb72c9ac" providerId="ADAL" clId="{3AC0460D-877C-4F3C-BECC-44B3330095FA}" dt="2025-07-23T09:26:15.508" v="8585" actId="403"/>
        <pc:sldMkLst>
          <pc:docMk/>
          <pc:sldMk cId="1987785674" sldId="2475"/>
        </pc:sldMkLst>
        <pc:spChg chg="mod">
          <ac:chgData name="Marta Stawiarska" userId="ba9d4040-f679-4ea9-944e-6d02eb72c9ac" providerId="ADAL" clId="{3AC0460D-877C-4F3C-BECC-44B3330095FA}" dt="2025-07-23T09:26:11.381" v="8584" actId="403"/>
          <ac:spMkLst>
            <pc:docMk/>
            <pc:sldMk cId="1987785674" sldId="2475"/>
            <ac:spMk id="2" creationId="{0450FFED-A78D-CEFE-C7DB-FAF8758BE906}"/>
          </ac:spMkLst>
        </pc:spChg>
        <pc:spChg chg="mod">
          <ac:chgData name="Marta Stawiarska" userId="ba9d4040-f679-4ea9-944e-6d02eb72c9ac" providerId="ADAL" clId="{3AC0460D-877C-4F3C-BECC-44B3330095FA}" dt="2025-07-23T09:26:15.508" v="8585" actId="403"/>
          <ac:spMkLst>
            <pc:docMk/>
            <pc:sldMk cId="1987785674" sldId="2475"/>
            <ac:spMk id="8" creationId="{E025D3DC-8267-4DF0-A115-DAC0397393AE}"/>
          </ac:spMkLst>
        </pc:spChg>
        <pc:spChg chg="mod">
          <ac:chgData name="Marta Stawiarska" userId="ba9d4040-f679-4ea9-944e-6d02eb72c9ac" providerId="ADAL" clId="{3AC0460D-877C-4F3C-BECC-44B3330095FA}" dt="2025-07-23T09:20:14.870" v="8450" actId="1076"/>
          <ac:spMkLst>
            <pc:docMk/>
            <pc:sldMk cId="1987785674" sldId="2475"/>
            <ac:spMk id="10" creationId="{B2270875-391C-B4CF-0B48-62925BAE81C8}"/>
          </ac:spMkLst>
        </pc:spChg>
      </pc:sldChg>
      <pc:sldChg chg="addSp delSp modSp new mod">
        <pc:chgData name="Marta Stawiarska" userId="ba9d4040-f679-4ea9-944e-6d02eb72c9ac" providerId="ADAL" clId="{3AC0460D-877C-4F3C-BECC-44B3330095FA}" dt="2025-07-24T10:48:44.754" v="10080" actId="1076"/>
        <pc:sldMkLst>
          <pc:docMk/>
          <pc:sldMk cId="3332350125" sldId="2476"/>
        </pc:sldMkLst>
        <pc:spChg chg="add mod">
          <ac:chgData name="Marta Stawiarska" userId="ba9d4040-f679-4ea9-944e-6d02eb72c9ac" providerId="ADAL" clId="{3AC0460D-877C-4F3C-BECC-44B3330095FA}" dt="2025-07-24T10:45:46.260" v="10030" actId="20577"/>
          <ac:spMkLst>
            <pc:docMk/>
            <pc:sldMk cId="3332350125" sldId="2476"/>
            <ac:spMk id="7" creationId="{F1625A60-9926-EC8F-F546-2EA910DC3725}"/>
          </ac:spMkLst>
        </pc:spChg>
        <pc:spChg chg="add mod">
          <ac:chgData name="Marta Stawiarska" userId="ba9d4040-f679-4ea9-944e-6d02eb72c9ac" providerId="ADAL" clId="{3AC0460D-877C-4F3C-BECC-44B3330095FA}" dt="2025-07-24T10:46:30.355" v="10056" actId="1076"/>
          <ac:spMkLst>
            <pc:docMk/>
            <pc:sldMk cId="3332350125" sldId="2476"/>
            <ac:spMk id="8" creationId="{0D2078DD-01A8-148C-FC3F-E92BBB347529}"/>
          </ac:spMkLst>
        </pc:spChg>
        <pc:spChg chg="add mod">
          <ac:chgData name="Marta Stawiarska" userId="ba9d4040-f679-4ea9-944e-6d02eb72c9ac" providerId="ADAL" clId="{3AC0460D-877C-4F3C-BECC-44B3330095FA}" dt="2025-07-24T10:48:26.884" v="10075" actId="20577"/>
          <ac:spMkLst>
            <pc:docMk/>
            <pc:sldMk cId="3332350125" sldId="2476"/>
            <ac:spMk id="9" creationId="{417C0B30-AECE-7715-3F58-EEF44A8B0D9C}"/>
          </ac:spMkLst>
        </pc:spChg>
        <pc:graphicFrameChg chg="add mod">
          <ac:chgData name="Marta Stawiarska" userId="ba9d4040-f679-4ea9-944e-6d02eb72c9ac" providerId="ADAL" clId="{3AC0460D-877C-4F3C-BECC-44B3330095FA}" dt="2025-07-24T10:48:44.754" v="10080" actId="1076"/>
          <ac:graphicFrameMkLst>
            <pc:docMk/>
            <pc:sldMk cId="3332350125" sldId="2476"/>
            <ac:graphicFrameMk id="6" creationId="{5BA72C57-D7A9-FB0E-E9BC-3CCE60276EF6}"/>
          </ac:graphicFrameMkLst>
        </pc:graphicFrameChg>
      </pc:sldChg>
      <pc:sldChg chg="add del">
        <pc:chgData name="Marta Stawiarska" userId="ba9d4040-f679-4ea9-944e-6d02eb72c9ac" providerId="ADAL" clId="{3AC0460D-877C-4F3C-BECC-44B3330095FA}" dt="2025-08-05T10:27:38.229" v="10165" actId="47"/>
        <pc:sldMkLst>
          <pc:docMk/>
          <pc:sldMk cId="3902493409" sldId="247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zymetric2016-my.sharepoint.com/personal/m_stawiarska_hvacbp_pl/Documents/Pulpit/Projekty%20MS/Metodologia%20analizy%20awaryjno&#347;ci%20i%20planowania%20cz&#281;&#347;ci%20zamiennych/kalkulacja%20Blanc%20PRO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zymetric2016-my.sharepoint.com/personal/m_stawiarska_hvacbp_pl/Documents/Pulpit/Projekty%20MS/Metodologia%20analizy%20awaryjno&#347;ci%20i%20planowania%20cz&#281;&#347;ci%20zamiennych/kalkulacja%20Blanc%20PRO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'AGBP-09NXD0-I'!$O$2</c:f>
              <c:strCache>
                <c:ptCount val="1"/>
                <c:pt idx="0">
                  <c:v>PCB_358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l-PL"/>
                </a:p>
              </c:txPr>
            </c:trendlineLbl>
          </c:trendline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xVal>
            <c:numRef>
              <c:f>'AGBP-09NXD0-I'!$Q$2:$Q$12</c:f>
              <c:numCache>
                <c:formatCode>0.00</c:formatCode>
                <c:ptCount val="11"/>
                <c:pt idx="0">
                  <c:v>-1.1131724399994394</c:v>
                </c:pt>
                <c:pt idx="1">
                  <c:v>0.66177991091223431</c:v>
                </c:pt>
                <c:pt idx="2">
                  <c:v>0.7113768520516065</c:v>
                </c:pt>
                <c:pt idx="3">
                  <c:v>1.5400695246077756</c:v>
                </c:pt>
                <c:pt idx="4">
                  <c:v>1.8365158950531448</c:v>
                </c:pt>
                <c:pt idx="5">
                  <c:v>1.9023624608507312</c:v>
                </c:pt>
                <c:pt idx="6">
                  <c:v>2.5322774561871606</c:v>
                </c:pt>
                <c:pt idx="7">
                  <c:v>2.5656566782609955</c:v>
                </c:pt>
                <c:pt idx="8">
                  <c:v>2.5706944722909526</c:v>
                </c:pt>
                <c:pt idx="9">
                  <c:v>3.0870325129221388</c:v>
                </c:pt>
                <c:pt idx="10">
                  <c:v>3.2293334365121589</c:v>
                </c:pt>
              </c:numCache>
            </c:numRef>
          </c:xVal>
          <c:yVal>
            <c:numRef>
              <c:f>'AGBP-09NXD0-I'!$R$2:$R$12</c:f>
              <c:numCache>
                <c:formatCode>0.00</c:formatCode>
                <c:ptCount val="11"/>
                <c:pt idx="0">
                  <c:v>-2.7587708079393853</c:v>
                </c:pt>
                <c:pt idx="1">
                  <c:v>-1.8233277251429048</c:v>
                </c:pt>
                <c:pt idx="2">
                  <c:v>-1.3082586023666756</c:v>
                </c:pt>
                <c:pt idx="3">
                  <c:v>-0.9354913227515631</c:v>
                </c:pt>
                <c:pt idx="4">
                  <c:v>-0.63204111417931419</c:v>
                </c:pt>
                <c:pt idx="5">
                  <c:v>-0.36651292058166435</c:v>
                </c:pt>
                <c:pt idx="6">
                  <c:v>-0.12098094098939045</c:v>
                </c:pt>
                <c:pt idx="7">
                  <c:v>0.11803236968142394</c:v>
                </c:pt>
                <c:pt idx="8">
                  <c:v>0.3648941809499211</c:v>
                </c:pt>
                <c:pt idx="9">
                  <c:v>0.64342376082057084</c:v>
                </c:pt>
                <c:pt idx="10">
                  <c:v>1.0261449235912583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F4E-4B32-A4B5-A7757B19D9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535351840"/>
        <c:axId val="1535350400"/>
      </c:scatterChart>
      <c:valAx>
        <c:axId val="15353518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535350400"/>
        <c:crosses val="autoZero"/>
        <c:crossBetween val="midCat"/>
      </c:valAx>
      <c:valAx>
        <c:axId val="15353504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5353518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pl-PL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'AGBP-09NXD0-I'!$O$14</c:f>
              <c:strCache>
                <c:ptCount val="1"/>
                <c:pt idx="0">
                  <c:v>SILNIK_355</c:v>
                </c:pt>
              </c:strCache>
            </c:strRef>
          </c:tx>
          <c:spPr>
            <a:ln w="254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1"/>
                </a:solidFill>
                <a:prstDash val="sysDot"/>
              </a:ln>
              <a:effectLst/>
            </c:spPr>
            <c:trendlineType val="linear"/>
            <c:dispRSqr val="0"/>
            <c:dispEq val="1"/>
            <c:trendlineLbl>
              <c:numFmt formatCode="General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pl-PL"/>
                </a:p>
              </c:txPr>
            </c:trendlineLbl>
          </c:trendline>
          <c:xVal>
            <c:numRef>
              <c:f>'AGBP-09NXD0-I'!$Q$14:$Q$20</c:f>
              <c:numCache>
                <c:formatCode>0.00</c:formatCode>
                <c:ptCount val="7"/>
                <c:pt idx="0">
                  <c:v>-0.3712350952700621</c:v>
                </c:pt>
                <c:pt idx="1">
                  <c:v>0.32191208528988319</c:v>
                </c:pt>
                <c:pt idx="2">
                  <c:v>0.72737719339804763</c:v>
                </c:pt>
                <c:pt idx="3">
                  <c:v>1.621195069420144</c:v>
                </c:pt>
                <c:pt idx="4">
                  <c:v>1.671838802238899</c:v>
                </c:pt>
                <c:pt idx="5">
                  <c:v>3.005864734813033</c:v>
                </c:pt>
                <c:pt idx="6">
                  <c:v>3.0885306405431607</c:v>
                </c:pt>
              </c:numCache>
            </c:numRef>
          </c:xVal>
          <c:yVal>
            <c:numRef>
              <c:f>'AGBP-09NXD0-I'!$R$14:$R$20</c:f>
              <c:numCache>
                <c:formatCode>0.00</c:formatCode>
                <c:ptCount val="7"/>
                <c:pt idx="0">
                  <c:v>-2.3088801270783894</c:v>
                </c:pt>
                <c:pt idx="1">
                  <c:v>-1.3431819022975191</c:v>
                </c:pt>
                <c:pt idx="2">
                  <c:v>-0.78983983425403359</c:v>
                </c:pt>
                <c:pt idx="3">
                  <c:v>-0.36651292058166435</c:v>
                </c:pt>
                <c:pt idx="4">
                  <c:v>8.1945598938292404E-3</c:v>
                </c:pt>
                <c:pt idx="5">
                  <c:v>0.38584165418008665</c:v>
                </c:pt>
                <c:pt idx="6">
                  <c:v>0.85787950994316486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7C4-43F6-A942-10C8D105EF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440294176"/>
        <c:axId val="1440294656"/>
      </c:scatterChart>
      <c:valAx>
        <c:axId val="144029417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40294656"/>
        <c:crosses val="autoZero"/>
        <c:crossBetween val="midCat"/>
      </c:valAx>
      <c:valAx>
        <c:axId val="144029465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pl-PL"/>
          </a:p>
        </c:txPr>
        <c:crossAx val="144029417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l-P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>
            <a:extLst>
              <a:ext uri="{FF2B5EF4-FFF2-40B4-BE49-F238E27FC236}">
                <a16:creationId xmlns:a16="http://schemas.microsoft.com/office/drawing/2014/main" id="{0F97DFCF-F890-A143-9133-C8B65C9B01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3" name="Data — symbol zastępczy 2">
            <a:extLst>
              <a:ext uri="{FF2B5EF4-FFF2-40B4-BE49-F238E27FC236}">
                <a16:creationId xmlns:a16="http://schemas.microsoft.com/office/drawing/2014/main" id="{EFE2C281-2434-D94F-B4BD-BA3CD4DB8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DE69B67-9CAE-40C0-AE11-72E7B8F16173}" type="datetime1">
              <a:rPr lang="pl-PL" smtClean="0"/>
              <a:t>06.08.2025</a:t>
            </a:fld>
            <a:endParaRPr lang="pl-PL"/>
          </a:p>
        </p:txBody>
      </p:sp>
      <p:sp>
        <p:nvSpPr>
          <p:cNvPr id="4" name="Stopka — symbol zastępczy 3">
            <a:extLst>
              <a:ext uri="{FF2B5EF4-FFF2-40B4-BE49-F238E27FC236}">
                <a16:creationId xmlns:a16="http://schemas.microsoft.com/office/drawing/2014/main" id="{5C17CBFA-633D-5540-AFAA-BE1F495EC62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/>
          </a:p>
        </p:txBody>
      </p:sp>
      <p:sp>
        <p:nvSpPr>
          <p:cNvPr id="5" name="Numer slajdu — symbol zastępczy 4">
            <a:extLst>
              <a:ext uri="{FF2B5EF4-FFF2-40B4-BE49-F238E27FC236}">
                <a16:creationId xmlns:a16="http://schemas.microsoft.com/office/drawing/2014/main" id="{826B5631-D714-AD41-853B-A883ADC344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65AE8BC-2AB3-9E4C-9797-2A6F8A74C74E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7398705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główek — symbol zastępczy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3" name="Data — symbol zastępcz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F8D7D653-09B5-4A44-B3B4-A2CC0382B823}" type="datetime1">
              <a:rPr lang="pl-PL" noProof="0" smtClean="0"/>
              <a:t>06.08.2025</a:t>
            </a:fld>
            <a:endParaRPr lang="pl-PL" noProof="0"/>
          </a:p>
        </p:txBody>
      </p:sp>
      <p:sp>
        <p:nvSpPr>
          <p:cNvPr id="4" name="Obraz slajdu — symbol zastępcz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l-PL" noProof="0"/>
          </a:p>
        </p:txBody>
      </p:sp>
      <p:sp>
        <p:nvSpPr>
          <p:cNvPr id="5" name="Notatki — symbol zastępcz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6" name="Stopka — symbol zastępczy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l-PL" noProof="0"/>
          </a:p>
        </p:txBody>
      </p:sp>
      <p:sp>
        <p:nvSpPr>
          <p:cNvPr id="7" name="Numer slajdu — symbol zastępcz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228B34ED-4CDD-41C9-90F7-D768D5559A6F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2259706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117951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raz slajdu — symbol zastępcz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atki — symbol zastępczy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l-PL"/>
          </a:p>
        </p:txBody>
      </p:sp>
      <p:sp>
        <p:nvSpPr>
          <p:cNvPr id="4" name="Numer slajdu — symbol zastępczy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228B34ED-4CDD-41C9-90F7-D768D5559A6F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78160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8B34ED-4CDD-41C9-90F7-D768D5559A6F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35613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80AFA-E1A0-9C28-91BD-4564A1F19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66FFB521-3E97-065A-89E5-CB6B4DA5C6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3486F84E-2CDF-B508-0E05-093EC9982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9B0799B-8579-3B51-FBFB-A7C7F562CB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8B34ED-4CDD-41C9-90F7-D768D5559A6F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969906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8C434-CC04-0F84-6659-6E4D931AC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obrazu slajdu 1">
            <a:extLst>
              <a:ext uri="{FF2B5EF4-FFF2-40B4-BE49-F238E27FC236}">
                <a16:creationId xmlns:a16="http://schemas.microsoft.com/office/drawing/2014/main" id="{F6B7DC16-3951-55E7-A2BB-889864644C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ymbol zastępczy notatek 2">
            <a:extLst>
              <a:ext uri="{FF2B5EF4-FFF2-40B4-BE49-F238E27FC236}">
                <a16:creationId xmlns:a16="http://schemas.microsoft.com/office/drawing/2014/main" id="{DA2AC533-18E3-DD36-8EBD-BC81715956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BEAC2D4C-390B-D35E-F378-D133576D44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228B34ED-4CDD-41C9-90F7-D768D5559A6F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98353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ytuł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raz — symbol zastępczy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4" name="Tekst — symbol zastępczy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12343" y="5922140"/>
            <a:ext cx="5167313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l-PL" noProof="0"/>
              <a:t>Kliknij, aby edytować style wzorca tekstu</a:t>
            </a:r>
          </a:p>
        </p:txBody>
      </p:sp>
      <p:sp>
        <p:nvSpPr>
          <p:cNvPr id="7" name="Tekst — symbol zastępczy 6">
            <a:extLst>
              <a:ext uri="{FF2B5EF4-FFF2-40B4-BE49-F238E27FC236}">
                <a16:creationId xmlns:a16="http://schemas.microsoft.com/office/drawing/2014/main" id="{758235C5-25B1-4243-9762-4AAD3C08E8B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038600" y="3608511"/>
            <a:ext cx="4114800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cap="all" baseline="0"/>
            </a:lvl1pPr>
          </a:lstStyle>
          <a:p>
            <a:pPr rtl="0"/>
            <a:r>
              <a:rPr lang="pl-PL" spc="300" noProof="0"/>
              <a:t>PRZEGLĄD ROCZNY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98B2C6E-DB6F-4476-8E95-9F6EC79392F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0836" y="2445633"/>
            <a:ext cx="11490325" cy="823913"/>
          </a:xfrm>
        </p:spPr>
        <p:txBody>
          <a:bodyPr rtlCol="0">
            <a:noAutofit/>
          </a:bodyPr>
          <a:lstStyle>
            <a:lvl1pPr>
              <a:lnSpc>
                <a:spcPct val="150000"/>
              </a:lnSpc>
              <a:spcBef>
                <a:spcPts val="1000"/>
              </a:spcBef>
              <a:defRPr sz="4000" cap="all" spc="300" baseline="0"/>
            </a:lvl1pPr>
          </a:lstStyle>
          <a:p>
            <a:pPr rtl="0"/>
            <a:r>
              <a:rPr lang="pl-PL" noProof="0"/>
              <a:t>Kliknij, aby edytować style wzorca TEKSTU</a:t>
            </a:r>
          </a:p>
        </p:txBody>
      </p:sp>
    </p:spTree>
    <p:extLst>
      <p:ext uri="{BB962C8B-B14F-4D97-AF65-F5344CB8AC3E}">
        <p14:creationId xmlns:p14="http://schemas.microsoft.com/office/powerpoint/2010/main" val="31823031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n spotkan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prstGeom prst="parallelogram">
            <a:avLst/>
          </a:pr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C83D428-B974-43F4-9246-0A2EECA11A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68819" y="642927"/>
            <a:ext cx="4846320" cy="1435947"/>
          </a:xfrm>
        </p:spPr>
        <p:txBody>
          <a:bodyPr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5400" baseline="0"/>
            </a:lvl1pPr>
          </a:lstStyle>
          <a:p>
            <a:pPr rtl="0"/>
            <a:r>
              <a:rPr lang="pl-PL" noProof="0"/>
              <a:t>Tytuł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3" name="Tekst — symbol zastępczy 12">
            <a:extLst>
              <a:ext uri="{FF2B5EF4-FFF2-40B4-BE49-F238E27FC236}">
                <a16:creationId xmlns:a16="http://schemas.microsoft.com/office/drawing/2014/main" id="{9D00A38D-CFE8-4333-B9D2-D3E7EACA4F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068820" y="2078875"/>
            <a:ext cx="4114800" cy="3798888"/>
          </a:xfrm>
        </p:spPr>
        <p:txBody>
          <a:bodyPr rtlCol="0">
            <a:noAutofit/>
          </a:bodyPr>
          <a:lstStyle>
            <a:lvl1pPr marL="0" indent="0">
              <a:buNone/>
              <a:defRPr sz="1800" spc="300"/>
            </a:lvl1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3" name="Prostokąt 2">
            <a:extLst>
              <a:ext uri="{FF2B5EF4-FFF2-40B4-BE49-F238E27FC236}">
                <a16:creationId xmlns:a16="http://schemas.microsoft.com/office/drawing/2014/main" id="{1AA8588E-221D-4931-A290-C5C4184435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068820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629115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stę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kst — symbol zastępczy 19">
            <a:extLst>
              <a:ext uri="{FF2B5EF4-FFF2-40B4-BE49-F238E27FC236}">
                <a16:creationId xmlns:a16="http://schemas.microsoft.com/office/drawing/2014/main" id="{E5539E44-E270-49B4-8B0A-07870325AA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25539" y="1546138"/>
            <a:ext cx="4023360" cy="464871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en-US" sz="1400" spc="300" baseline="0" dirty="0">
                <a:solidFill>
                  <a:schemeClr val="lt1"/>
                </a:solidFill>
              </a:defRPr>
            </a:lvl1pPr>
          </a:lstStyle>
          <a:p>
            <a:pPr marL="0" lvl="0" algn="ctr" rtl="0"/>
            <a:r>
              <a:rPr lang="pl-PL" noProof="0"/>
              <a:t>KLIKNIJ, ABY EDYTOWAĆ STYLE WZORCÓW TEKSTU</a:t>
            </a:r>
          </a:p>
        </p:txBody>
      </p:sp>
      <p:sp>
        <p:nvSpPr>
          <p:cNvPr id="9" name="Obraz — symbol zastępczy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46932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1" name="Numer slajdu — symbol zastępczy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6" name="Zawartość — symbol zastępczy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2799617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pl-PL" sz="1600" noProof="0">
                <a:cs typeface="Biome Light" panose="020B0303030204020804" pitchFamily="34" charset="0"/>
              </a:rPr>
              <a:t>Kliknij, aby edytować styl wzorca tekstu.</a:t>
            </a:r>
          </a:p>
          <a:p>
            <a:pPr marL="0" indent="0" rtl="0">
              <a:buNone/>
            </a:pPr>
            <a:endParaRPr lang="pl-PL" noProof="0"/>
          </a:p>
        </p:txBody>
      </p:sp>
      <p:sp>
        <p:nvSpPr>
          <p:cNvPr id="17" name="Numer slajdu — symbol zastępczy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pl-PL" noProof="0" smtClean="0"/>
              <a:pPr/>
              <a:t>‹#›</a:t>
            </a:fld>
            <a:endParaRPr lang="pl-PL" noProof="0"/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3CB0E4A3-5566-43FE-A59F-2C4F4FE7F3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</p:spTree>
    <p:extLst>
      <p:ext uri="{BB962C8B-B14F-4D97-AF65-F5344CB8AC3E}">
        <p14:creationId xmlns:p14="http://schemas.microsoft.com/office/powerpoint/2010/main" val="1247832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ział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raz — symbol zastępczy 10">
            <a:extLst>
              <a:ext uri="{FF2B5EF4-FFF2-40B4-BE49-F238E27FC236}">
                <a16:creationId xmlns:a16="http://schemas.microsoft.com/office/drawing/2014/main" id="{912AA41C-A030-4521-8130-6A8E4543F2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67922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242487 w 6096000"/>
              <a:gd name="connsiteY2" fmla="*/ 6833286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67922"/>
              <a:gd name="connsiteX1" fmla="*/ 6096000 w 6096000"/>
              <a:gd name="connsiteY1" fmla="*/ 0 h 6867922"/>
              <a:gd name="connsiteX2" fmla="*/ 4228633 w 6096000"/>
              <a:gd name="connsiteY2" fmla="*/ 6867922 h 6867922"/>
              <a:gd name="connsiteX3" fmla="*/ 0 w 6096000"/>
              <a:gd name="connsiteY3" fmla="*/ 6858000 h 6867922"/>
              <a:gd name="connsiteX4" fmla="*/ 0 w 6096000"/>
              <a:gd name="connsiteY4" fmla="*/ 0 h 6867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67922">
                <a:moveTo>
                  <a:pt x="0" y="0"/>
                </a:moveTo>
                <a:lnTo>
                  <a:pt x="6096000" y="0"/>
                </a:lnTo>
                <a:lnTo>
                  <a:pt x="4228633" y="6867922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8" name="Tytuł 1">
            <a:extLst>
              <a:ext uri="{FF2B5EF4-FFF2-40B4-BE49-F238E27FC236}">
                <a16:creationId xmlns:a16="http://schemas.microsoft.com/office/drawing/2014/main" id="{AABA725B-4BCB-1D48-9C5D-46706B1871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262871"/>
            <a:ext cx="5251450" cy="1661297"/>
          </a:xfrm>
        </p:spPr>
        <p:txBody>
          <a:bodyPr rtlCol="0" anchor="b"/>
          <a:lstStyle>
            <a:lvl1pPr algn="l">
              <a:defRPr sz="6000" spc="300"/>
            </a:lvl1pPr>
          </a:lstStyle>
          <a:p>
            <a:pPr rtl="0"/>
            <a:r>
              <a:rPr lang="pl-PL" noProof="0"/>
              <a:t>KLIKNIJ, ABY EDYTOWAĆ WZORZEC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893C356F-E483-4AFD-856C-13BB8E8A560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96000" y="4378134"/>
            <a:ext cx="5251450" cy="36512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cap="all" spc="600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l-PL" noProof="0"/>
              <a:t>EDYTUJ STYLE WZORCA TEKSTU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BC79732E-D749-40DD-8365-050285187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88F55E23-C4CC-4E9B-80F4-C4BEA6E2D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5289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espó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04074E6-E39E-4D19-B91F-8E84F37CBF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92279" y="365125"/>
            <a:ext cx="4018722" cy="573989"/>
          </a:xfrm>
        </p:spPr>
        <p:txBody>
          <a:bodyPr lIns="0" rIns="0" rtlCol="0">
            <a:noAutofit/>
          </a:bodyPr>
          <a:lstStyle>
            <a:lvl1pPr algn="l">
              <a:defRPr sz="3200" spc="300"/>
            </a:lvl1pPr>
          </a:lstStyle>
          <a:p>
            <a:pPr rtl="0"/>
            <a:r>
              <a:rPr lang="pl-PL" noProof="0"/>
              <a:t>MIEJSCE NA TYTUŁ SLAJDU</a:t>
            </a:r>
          </a:p>
        </p:txBody>
      </p:sp>
      <p:sp>
        <p:nvSpPr>
          <p:cNvPr id="3" name="Zawartość — symbol zastępczy 2">
            <a:extLst>
              <a:ext uri="{FF2B5EF4-FFF2-40B4-BE49-F238E27FC236}">
                <a16:creationId xmlns:a16="http://schemas.microsoft.com/office/drawing/2014/main" id="{607D1B16-7058-45AD-9B19-E19CAF966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92279" y="1263841"/>
            <a:ext cx="4018722" cy="4636392"/>
          </a:xfrm>
        </p:spPr>
        <p:txBody>
          <a:bodyPr lIns="0" rIns="0" rtlCol="0">
            <a:noAutofit/>
          </a:bodyPr>
          <a:lstStyle>
            <a:lvl1pPr>
              <a:lnSpc>
                <a:spcPct val="150000"/>
              </a:lnSpc>
              <a:spcBef>
                <a:spcPts val="500"/>
              </a:spcBef>
              <a:defRPr sz="1600"/>
            </a:lvl1pPr>
            <a:lvl2pPr>
              <a:lnSpc>
                <a:spcPct val="150000"/>
              </a:lnSpc>
              <a:spcBef>
                <a:spcPts val="500"/>
              </a:spcBef>
              <a:defRPr sz="1400"/>
            </a:lvl2pPr>
            <a:lvl3pPr>
              <a:lnSpc>
                <a:spcPct val="150000"/>
              </a:lnSpc>
              <a:spcBef>
                <a:spcPts val="500"/>
              </a:spcBef>
              <a:defRPr sz="1400"/>
            </a:lvl3pPr>
            <a:lvl4pPr>
              <a:lnSpc>
                <a:spcPct val="150000"/>
              </a:lnSpc>
              <a:spcBef>
                <a:spcPts val="500"/>
              </a:spcBef>
              <a:defRPr sz="1200"/>
            </a:lvl4pPr>
            <a:lvl5pPr>
              <a:lnSpc>
                <a:spcPct val="150000"/>
              </a:lnSpc>
              <a:spcBef>
                <a:spcPts val="500"/>
              </a:spcBef>
              <a:defRPr sz="1200"/>
            </a:lvl5pPr>
          </a:lstStyle>
          <a:p>
            <a:pPr lvl="0" rtl="0"/>
            <a:r>
              <a:rPr lang="pl-PL" noProof="0"/>
              <a:t>Kliknij, aby edytować style wzorca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59" name="Numer slajdu — symbol zastępczy 5">
            <a:extLst>
              <a:ext uri="{FF2B5EF4-FFF2-40B4-BE49-F238E27FC236}">
                <a16:creationId xmlns:a16="http://schemas.microsoft.com/office/drawing/2014/main" id="{3DEB48E0-328C-45EE-A8BD-90E6AB2610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5" name="Obraz — symbol zastępczy 4">
            <a:extLst>
              <a:ext uri="{FF2B5EF4-FFF2-40B4-BE49-F238E27FC236}">
                <a16:creationId xmlns:a16="http://schemas.microsoft.com/office/drawing/2014/main" id="{D7CA175D-816E-4F70-96CC-8A1FD0EB16C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366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9" name="Obraz — symbol zastępczy 4">
            <a:extLst>
              <a:ext uri="{FF2B5EF4-FFF2-40B4-BE49-F238E27FC236}">
                <a16:creationId xmlns:a16="http://schemas.microsoft.com/office/drawing/2014/main" id="{323519C8-24DE-471D-85A9-7A8AFACEC45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51300" y="3651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0" name="Obraz — symbol zastępczy 4">
            <a:extLst>
              <a:ext uri="{FF2B5EF4-FFF2-40B4-BE49-F238E27FC236}">
                <a16:creationId xmlns:a16="http://schemas.microsoft.com/office/drawing/2014/main" id="{547F0F1E-7AF5-4B76-928C-7B28010C4F9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366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1" name="Obraz — symbol zastępczy 4">
            <a:extLst>
              <a:ext uri="{FF2B5EF4-FFF2-40B4-BE49-F238E27FC236}">
                <a16:creationId xmlns:a16="http://schemas.microsoft.com/office/drawing/2014/main" id="{063D0E8E-9491-4AF0-918D-A0B782C5FD68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051300" y="24225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2" name="Obraz — symbol zastępczy 4">
            <a:extLst>
              <a:ext uri="{FF2B5EF4-FFF2-40B4-BE49-F238E27FC236}">
                <a16:creationId xmlns:a16="http://schemas.microsoft.com/office/drawing/2014/main" id="{042F54CB-9200-4D74-968A-0A3E5871D9E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7366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3" name="Obraz — symbol zastępczy 4">
            <a:extLst>
              <a:ext uri="{FF2B5EF4-FFF2-40B4-BE49-F238E27FC236}">
                <a16:creationId xmlns:a16="http://schemas.microsoft.com/office/drawing/2014/main" id="{1D925119-27E3-496E-86BC-23416F94FB6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051300" y="4479925"/>
            <a:ext cx="2997200" cy="1781979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4" name="Prostokąt 3">
            <a:extLst>
              <a:ext uri="{FF2B5EF4-FFF2-40B4-BE49-F238E27FC236}">
                <a16:creationId xmlns:a16="http://schemas.microsoft.com/office/drawing/2014/main" id="{9DF93AF7-D4DC-42B5-8A4F-B5F3ABBB03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81678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 rtl="0"/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7539680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ykres i 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3345D17-D652-4766-B11C-2E8D8390D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767791"/>
            <a:ext cx="11002962" cy="823913"/>
          </a:xfrm>
        </p:spPr>
        <p:txBody>
          <a:bodyPr rtlCol="0">
            <a:noAutofit/>
          </a:bodyPr>
          <a:lstStyle>
            <a:lvl1pPr>
              <a:defRPr sz="4800" spc="300"/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Stopka — symbol zastępczy 2">
            <a:extLst>
              <a:ext uri="{FF2B5EF4-FFF2-40B4-BE49-F238E27FC236}">
                <a16:creationId xmlns:a16="http://schemas.microsoft.com/office/drawing/2014/main" id="{6BC7A58C-70BA-43E5-BD90-83ADB63B0C0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 rtlCol="0"/>
          <a:lstStyle/>
          <a:p>
            <a:pPr rtl="0"/>
            <a:r>
              <a:rPr lang="pl-PL" noProof="0"/>
              <a:t>Dodaj stopkę</a:t>
            </a:r>
          </a:p>
        </p:txBody>
      </p:sp>
      <p:sp>
        <p:nvSpPr>
          <p:cNvPr id="4" name="Numer slajdu — symbol zastępczy 3">
            <a:extLst>
              <a:ext uri="{FF2B5EF4-FFF2-40B4-BE49-F238E27FC236}">
                <a16:creationId xmlns:a16="http://schemas.microsoft.com/office/drawing/2014/main" id="{0F8A60B7-2499-42C6-8A74-ACDAE24574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452634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yta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raz — symbol zastępczy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C179BAC-E989-4203-B9B4-6628036548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38600" y="4607137"/>
            <a:ext cx="4114800" cy="421480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>
              <a:defRPr sz="1400" spc="300" baseline="0">
                <a:latin typeface="+mn-lt"/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7" name="Tekst — symbol zastępczy 6">
            <a:extLst>
              <a:ext uri="{FF2B5EF4-FFF2-40B4-BE49-F238E27FC236}">
                <a16:creationId xmlns:a16="http://schemas.microsoft.com/office/drawing/2014/main" id="{60CCC81E-A013-4315-AD13-97BA3AA955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478756" y="1569719"/>
            <a:ext cx="9234488" cy="2651443"/>
          </a:xfrm>
        </p:spPr>
        <p:txBody>
          <a:bodyPr rtlCol="0">
            <a:noAutofit/>
          </a:bodyPr>
          <a:lstStyle>
            <a:lvl1pPr marL="0" indent="0" algn="ctr">
              <a:buNone/>
              <a:defRPr sz="3200"/>
            </a:lvl1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</p:spTree>
    <p:extLst>
      <p:ext uri="{BB962C8B-B14F-4D97-AF65-F5344CB8AC3E}">
        <p14:creationId xmlns:p14="http://schemas.microsoft.com/office/powerpoint/2010/main" val="795553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ytuł 2">
            <a:extLst>
              <a:ext uri="{FF2B5EF4-FFF2-40B4-BE49-F238E27FC236}">
                <a16:creationId xmlns:a16="http://schemas.microsoft.com/office/drawing/2014/main" id="{0EF11611-8537-47CC-87AC-2E25428B72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pl-PL" sz="4800" noProof="0"/>
              <a:t>Kliknij, aby edytować styl wzorca tytułu</a:t>
            </a:r>
          </a:p>
        </p:txBody>
      </p:sp>
      <p:sp>
        <p:nvSpPr>
          <p:cNvPr id="19" name="Obraz — symbol zastępczy 17">
            <a:extLst>
              <a:ext uri="{FF2B5EF4-FFF2-40B4-BE49-F238E27FC236}">
                <a16:creationId xmlns:a16="http://schemas.microsoft.com/office/drawing/2014/main" id="{D1A63A52-1E65-414B-BBC3-D31F515791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578601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8" name="Obraz — symbol zastępczy 17">
            <a:extLst>
              <a:ext uri="{FF2B5EF4-FFF2-40B4-BE49-F238E27FC236}">
                <a16:creationId xmlns:a16="http://schemas.microsoft.com/office/drawing/2014/main" id="{ED7E0E1A-1E64-4A9A-9C8B-69486BD1123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69900" y="1638300"/>
            <a:ext cx="5156200" cy="1892300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0" name="Tekst — symbol zastępczy 3">
            <a:extLst>
              <a:ext uri="{FF2B5EF4-FFF2-40B4-BE49-F238E27FC236}">
                <a16:creationId xmlns:a16="http://schemas.microsoft.com/office/drawing/2014/main" id="{1E462965-19D7-4A65-B394-9AE76A5B4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9107" y="3864355"/>
            <a:ext cx="5157787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pl-PL" spc="300" noProof="0">
                <a:solidFill>
                  <a:schemeClr val="tx1"/>
                </a:solidFill>
              </a:rPr>
              <a:t>Kliknij, aby edytować style wzorca tekstu</a:t>
            </a:r>
          </a:p>
        </p:txBody>
      </p:sp>
      <p:sp>
        <p:nvSpPr>
          <p:cNvPr id="11" name="Zawartość — symbol zastępczy 4">
            <a:extLst>
              <a:ext uri="{FF2B5EF4-FFF2-40B4-BE49-F238E27FC236}">
                <a16:creationId xmlns:a16="http://schemas.microsoft.com/office/drawing/2014/main" id="{FAEC14D1-0BEA-4D9A-9D96-A56B6A9B0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9107" y="4531139"/>
            <a:ext cx="5157787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l-PL" sz="1400" noProof="0">
                <a:solidFill>
                  <a:schemeClr val="tx1"/>
                </a:solidFill>
              </a:rPr>
              <a:t>Kliknij, aby edytować style wzorca tekstu</a:t>
            </a:r>
          </a:p>
        </p:txBody>
      </p:sp>
      <p:sp>
        <p:nvSpPr>
          <p:cNvPr id="12" name="Tekst — symbol zastępczy 5">
            <a:extLst>
              <a:ext uri="{FF2B5EF4-FFF2-40B4-BE49-F238E27FC236}">
                <a16:creationId xmlns:a16="http://schemas.microsoft.com/office/drawing/2014/main" id="{1507BB47-1AB4-42F2-99FF-453A0622B8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65107" y="3864355"/>
            <a:ext cx="5183188" cy="494506"/>
          </a:xfrm>
        </p:spPr>
        <p:txBody>
          <a:bodyPr rtlCol="0">
            <a:noAutofit/>
          </a:bodyPr>
          <a:lstStyle>
            <a:lvl1pPr marL="0" indent="0">
              <a:buNone/>
              <a:defRPr sz="2400"/>
            </a:lvl1pPr>
          </a:lstStyle>
          <a:p>
            <a:pPr lvl="0" rtl="0"/>
            <a:r>
              <a:rPr lang="pl-PL" spc="300" noProof="0">
                <a:solidFill>
                  <a:schemeClr val="tx1"/>
                </a:solidFill>
              </a:rPr>
              <a:t>Kliknij, aby edytować style wzorca tekstu</a:t>
            </a:r>
          </a:p>
        </p:txBody>
      </p:sp>
      <p:sp>
        <p:nvSpPr>
          <p:cNvPr id="14" name="Zawartość — symbol zastępczy 6">
            <a:extLst>
              <a:ext uri="{FF2B5EF4-FFF2-40B4-BE49-F238E27FC236}">
                <a16:creationId xmlns:a16="http://schemas.microsoft.com/office/drawing/2014/main" id="{438D6EEA-A0DB-4B5F-8F41-A9C1F2C094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65107" y="4531139"/>
            <a:ext cx="5183188" cy="2039144"/>
          </a:xfrm>
        </p:spPr>
        <p:txBody>
          <a:bodyPr rtlCol="0">
            <a:noAutofit/>
          </a:bodyPr>
          <a:lstStyle/>
          <a:p>
            <a:pPr lvl="0" rtl="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pl-PL" sz="1400" noProof="0">
                <a:solidFill>
                  <a:schemeClr val="tx1"/>
                </a:solidFill>
              </a:rPr>
              <a:t>Kliknij, aby edytować style wzorca tekstu</a:t>
            </a:r>
          </a:p>
        </p:txBody>
      </p:sp>
      <p:sp>
        <p:nvSpPr>
          <p:cNvPr id="20" name="Numer slajdu — symbol zastępczy 5">
            <a:extLst>
              <a:ext uri="{FF2B5EF4-FFF2-40B4-BE49-F238E27FC236}">
                <a16:creationId xmlns:a16="http://schemas.microsoft.com/office/drawing/2014/main" id="{A4909F59-7529-454A-A1EF-3CC1EADEF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1270834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lumna zawartości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ytuł 2">
            <a:extLst>
              <a:ext uri="{FF2B5EF4-FFF2-40B4-BE49-F238E27FC236}">
                <a16:creationId xmlns:a16="http://schemas.microsoft.com/office/drawing/2014/main" id="{6186F91B-547E-43BC-9BCE-04619DAAFE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519" y="1"/>
            <a:ext cx="11002962" cy="1623218"/>
          </a:xfrm>
        </p:spPr>
        <p:txBody>
          <a:bodyPr rtlCol="0" anchor="ctr">
            <a:noAutofit/>
          </a:bodyPr>
          <a:lstStyle/>
          <a:p>
            <a:pPr algn="ctr" rtl="0"/>
            <a:r>
              <a:rPr lang="pl-PL" sz="4800" noProof="0"/>
              <a:t>Kliknij, aby edytować styl wzorca tytułu</a:t>
            </a:r>
          </a:p>
        </p:txBody>
      </p:sp>
      <p:sp>
        <p:nvSpPr>
          <p:cNvPr id="28" name="Tekst — symbol zastępczy 27">
            <a:extLst>
              <a:ext uri="{FF2B5EF4-FFF2-40B4-BE49-F238E27FC236}">
                <a16:creationId xmlns:a16="http://schemas.microsoft.com/office/drawing/2014/main" id="{D635DFA1-45D2-4EFE-8BB2-BE96634669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60121" y="3669506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24" name="Obraz — symbol zastępczy 23">
            <a:extLst>
              <a:ext uri="{FF2B5EF4-FFF2-40B4-BE49-F238E27FC236}">
                <a16:creationId xmlns:a16="http://schemas.microsoft.com/office/drawing/2014/main" id="{2F2918FE-A84E-4303-AEF3-4FD66CDD733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60438" y="1624013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5" name="Obraz — symbol zastępczy 23">
            <a:extLst>
              <a:ext uri="{FF2B5EF4-FFF2-40B4-BE49-F238E27FC236}">
                <a16:creationId xmlns:a16="http://schemas.microsoft.com/office/drawing/2014/main" id="{E2401025-9BC9-4BDD-97DA-CA763CF846B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2155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6" name="Obraz — symbol zastępczy 23">
            <a:extLst>
              <a:ext uri="{FF2B5EF4-FFF2-40B4-BE49-F238E27FC236}">
                <a16:creationId xmlns:a16="http://schemas.microsoft.com/office/drawing/2014/main" id="{B7C4AAB6-897A-4ABD-AD50-2D86B197E91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122920" y="1623219"/>
            <a:ext cx="3108325" cy="1892300"/>
          </a:xfrm>
        </p:spPr>
        <p:txBody>
          <a:bodyPr rtlCol="0">
            <a:noAutofit/>
          </a:bodyPr>
          <a:lstStyle/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29" name="Tekst — symbol zastępczy 27">
            <a:extLst>
              <a:ext uri="{FF2B5EF4-FFF2-40B4-BE49-F238E27FC236}">
                <a16:creationId xmlns:a16="http://schemas.microsoft.com/office/drawing/2014/main" id="{790D65EC-6EB4-4594-91E9-5C3DE7C3BA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41837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30" name="Tekst — symbol zastępczy 27">
            <a:extLst>
              <a:ext uri="{FF2B5EF4-FFF2-40B4-BE49-F238E27FC236}">
                <a16:creationId xmlns:a16="http://schemas.microsoft.com/office/drawing/2014/main" id="{611CF730-D055-47C2-A626-299F429D41B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2919" y="3681412"/>
            <a:ext cx="3108326" cy="2566988"/>
          </a:xfrm>
        </p:spPr>
        <p:txBody>
          <a:bodyPr rtlCol="0">
            <a:noAutofit/>
          </a:bodyPr>
          <a:lstStyle>
            <a:lvl1pPr marL="0" indent="0">
              <a:buFont typeface="Wingdings" panose="05000000000000000000" pitchFamily="2" charset="2"/>
              <a:buNone/>
              <a:defRPr sz="2400" spc="300"/>
            </a:lvl1pPr>
            <a:lvl2pPr marL="685800" indent="-228600">
              <a:buFont typeface="Wingdings" panose="05000000000000000000" pitchFamily="2" charset="2"/>
              <a:buChar char="§"/>
              <a:defRPr/>
            </a:lvl2pPr>
            <a:lvl3pPr marL="1143000" indent="-228600">
              <a:buFont typeface="Wingdings" panose="05000000000000000000" pitchFamily="2" charset="2"/>
              <a:buChar char="§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§"/>
              <a:defRPr/>
            </a:lvl5pPr>
          </a:lstStyle>
          <a:p>
            <a:pPr lvl="0" rtl="0"/>
            <a:r>
              <a:rPr lang="pl-PL" noProof="0"/>
              <a:t>KLIKNIJ, ABY EDYTOWAĆ STYLE WZORCÓW TEKSTU</a:t>
            </a:r>
          </a:p>
          <a:p>
            <a:pPr lvl="1" rtl="0"/>
            <a:r>
              <a:rPr lang="pl-PL" noProof="0"/>
              <a:t>Drugi poziom</a:t>
            </a:r>
          </a:p>
          <a:p>
            <a:pPr lvl="2" rtl="0"/>
            <a:r>
              <a:rPr lang="pl-PL" noProof="0"/>
              <a:t>Trzeci poziom</a:t>
            </a:r>
          </a:p>
          <a:p>
            <a:pPr lvl="3" rtl="0"/>
            <a:r>
              <a:rPr lang="pl-PL" noProof="0"/>
              <a:t>Czwarty poziom</a:t>
            </a:r>
          </a:p>
          <a:p>
            <a:pPr lvl="4" rtl="0"/>
            <a:r>
              <a:rPr lang="pl-PL" noProof="0"/>
              <a:t>Piąty poziom</a:t>
            </a:r>
          </a:p>
        </p:txBody>
      </p:sp>
      <p:sp>
        <p:nvSpPr>
          <p:cNvPr id="31" name="Numer slajdu — symbol zastępczy 5">
            <a:extLst>
              <a:ext uri="{FF2B5EF4-FFF2-40B4-BE49-F238E27FC236}">
                <a16:creationId xmlns:a16="http://schemas.microsoft.com/office/drawing/2014/main" id="{F09E06A6-BFDD-42BD-BA69-2CD3BEF0F73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549269" y="6468303"/>
            <a:ext cx="443948" cy="365125"/>
          </a:xfrm>
        </p:spPr>
        <p:txBody>
          <a:bodyPr rtlCol="0">
            <a:noAutofit/>
          </a:bodyPr>
          <a:lstStyle/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4145592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dsumow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raz — symbol zastępczy 8">
            <a:extLst>
              <a:ext uri="{FF2B5EF4-FFF2-40B4-BE49-F238E27FC236}">
                <a16:creationId xmlns:a16="http://schemas.microsoft.com/office/drawing/2014/main" id="{186FE9B2-6286-484B-8943-95EE0B6B026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5416550" cy="6858000"/>
          </a:xfrm>
          <a:effectLst/>
        </p:spPr>
        <p:txBody>
          <a:bodyPr rtlCol="0" anchor="ctr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11" name="Numer slajdu — symbol zastępczy 5">
            <a:extLst>
              <a:ext uri="{FF2B5EF4-FFF2-40B4-BE49-F238E27FC236}">
                <a16:creationId xmlns:a16="http://schemas.microsoft.com/office/drawing/2014/main" id="{7D4E8708-8565-4A5B-9D9E-1D4F40EAF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  <p:sp>
        <p:nvSpPr>
          <p:cNvPr id="16" name="Zawartość — symbol zastępczy 8">
            <a:extLst>
              <a:ext uri="{FF2B5EF4-FFF2-40B4-BE49-F238E27FC236}">
                <a16:creationId xmlns:a16="http://schemas.microsoft.com/office/drawing/2014/main" id="{42436126-0370-4532-A8AD-D20897982AD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1661160"/>
            <a:ext cx="4646246" cy="2218585"/>
          </a:xfrm>
        </p:spPr>
        <p:txBody>
          <a:bodyPr rtlCol="0">
            <a:noAutofit/>
          </a:bodyPr>
          <a:lstStyle>
            <a:lvl1pPr>
              <a:defRPr/>
            </a:lvl1pPr>
          </a:lstStyle>
          <a:p>
            <a:pPr marL="0" indent="0" rtl="0">
              <a:lnSpc>
                <a:spcPct val="100000"/>
              </a:lnSpc>
              <a:buNone/>
            </a:pPr>
            <a:r>
              <a:rPr lang="pl-PL" sz="1600" noProof="0">
                <a:cs typeface="Biome Light" panose="020B0303030204020804" pitchFamily="34" charset="0"/>
              </a:rPr>
              <a:t>Kliknij, aby edytować styl wzorca tekstu.</a:t>
            </a:r>
          </a:p>
          <a:p>
            <a:pPr marL="0" indent="0" rtl="0">
              <a:buNone/>
            </a:pPr>
            <a:endParaRPr lang="pl-PL" noProof="0"/>
          </a:p>
        </p:txBody>
      </p:sp>
      <p:sp>
        <p:nvSpPr>
          <p:cNvPr id="17" name="Numer slajdu — symbol zastępczy 70">
            <a:extLst>
              <a:ext uri="{FF2B5EF4-FFF2-40B4-BE49-F238E27FC236}">
                <a16:creationId xmlns:a16="http://schemas.microsoft.com/office/drawing/2014/main" id="{AEC105AD-E933-4969-B038-0ABD6F013167}"/>
              </a:ext>
            </a:extLst>
          </p:cNvPr>
          <p:cNvSpPr txBox="1">
            <a:spLocks/>
          </p:cNvSpPr>
          <p:nvPr userDrawn="1"/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/>
            <a:fld id="{8C2E478F-E849-4A8C-AF1F-CBCC78A7CBFA}" type="slidenum">
              <a:rPr lang="pl-PL" noProof="0" smtClean="0"/>
              <a:pPr/>
              <a:t>‹#›</a:t>
            </a:fld>
            <a:endParaRPr lang="pl-PL" noProof="0"/>
          </a:p>
        </p:txBody>
      </p:sp>
      <p:sp>
        <p:nvSpPr>
          <p:cNvPr id="7" name="Tytuł 1">
            <a:extLst>
              <a:ext uri="{FF2B5EF4-FFF2-40B4-BE49-F238E27FC236}">
                <a16:creationId xmlns:a16="http://schemas.microsoft.com/office/drawing/2014/main" id="{76CDEBF2-B5C9-4887-B717-81C3D1A73C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5999" y="612037"/>
            <a:ext cx="5897218" cy="884238"/>
          </a:xfrm>
        </p:spPr>
        <p:txBody>
          <a:bodyPr lIns="91440" rIns="91440" rtlCol="0" anchor="t">
            <a:noAutofit/>
          </a:bodyPr>
          <a:lstStyle>
            <a:lvl1pPr algn="l">
              <a:lnSpc>
                <a:spcPct val="150000"/>
              </a:lnSpc>
              <a:spcBef>
                <a:spcPts val="1000"/>
              </a:spcBef>
              <a:defRPr sz="3200">
                <a:solidFill>
                  <a:schemeClr val="tx1"/>
                </a:solidFill>
              </a:defRPr>
            </a:lvl1pPr>
          </a:lstStyle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2" name="Prostokąt 1">
            <a:extLst>
              <a:ext uri="{FF2B5EF4-FFF2-40B4-BE49-F238E27FC236}">
                <a16:creationId xmlns:a16="http://schemas.microsoft.com/office/drawing/2014/main" id="{016A7FA3-8C13-4E5A-88C4-4357C8ACD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107044" y="6303963"/>
            <a:ext cx="3014980" cy="554037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3713196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amknięc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raz — symbol zastępczy 2">
            <a:extLst>
              <a:ext uri="{FF2B5EF4-FFF2-40B4-BE49-F238E27FC236}">
                <a16:creationId xmlns:a16="http://schemas.microsoft.com/office/drawing/2014/main" id="{DE635FD8-712D-4EE2-A5B6-3DD8DE9C25E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 rtlCol="0"/>
          <a:lstStyle>
            <a:lvl1pPr marL="0" indent="0" algn="ctr">
              <a:buNone/>
              <a:defRPr/>
            </a:lvl1pPr>
          </a:lstStyle>
          <a:p>
            <a:pPr rtl="0"/>
            <a:r>
              <a:rPr lang="pl-PL" noProof="0"/>
              <a:t>Kliknij ikonę, aby dodać obraz</a:t>
            </a:r>
          </a:p>
        </p:txBody>
      </p:sp>
      <p:sp>
        <p:nvSpPr>
          <p:cNvPr id="6" name="Tytuł 5">
            <a:extLst>
              <a:ext uri="{FF2B5EF4-FFF2-40B4-BE49-F238E27FC236}">
                <a16:creationId xmlns:a16="http://schemas.microsoft.com/office/drawing/2014/main" id="{D9074D0F-754F-4F2C-A410-F222D2D2346E}"/>
              </a:ext>
            </a:extLst>
          </p:cNvPr>
          <p:cNvSpPr>
            <a:spLocks noGrp="1"/>
          </p:cNvSpPr>
          <p:nvPr>
            <p:ph type="title" idx="4294967295" hasCustomPrompt="1"/>
          </p:nvPr>
        </p:nvSpPr>
        <p:spPr>
          <a:xfrm>
            <a:off x="702365" y="1660810"/>
            <a:ext cx="10787270" cy="830649"/>
          </a:xfrm>
        </p:spPr>
        <p:txBody>
          <a:bodyPr rtlCol="0">
            <a:noAutofit/>
          </a:bodyPr>
          <a:lstStyle/>
          <a:p>
            <a:pPr rtl="0"/>
            <a:r>
              <a:rPr lang="pl-PL" sz="4000" spc="300" noProof="0"/>
              <a:t>Kliknij, aby edytować styl wzorca tytułu</a:t>
            </a:r>
          </a:p>
        </p:txBody>
      </p:sp>
      <p:sp>
        <p:nvSpPr>
          <p:cNvPr id="14" name="Tekst — symbol zastępczy 13">
            <a:extLst>
              <a:ext uri="{FF2B5EF4-FFF2-40B4-BE49-F238E27FC236}">
                <a16:creationId xmlns:a16="http://schemas.microsoft.com/office/drawing/2014/main" id="{F80209DF-C4D9-43B8-AA05-F5361915304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512343" y="5137992"/>
            <a:ext cx="5167313" cy="518795"/>
          </a:xfrm>
          <a:gradFill flip="none" rotWithShape="1">
            <a:gsLst>
              <a:gs pos="0">
                <a:schemeClr val="accent5"/>
              </a:gs>
              <a:gs pos="100000">
                <a:schemeClr val="accent2">
                  <a:lumMod val="97000"/>
                  <a:lumOff val="3000"/>
                </a:schemeClr>
              </a:gs>
              <a:gs pos="50000">
                <a:schemeClr val="accent1"/>
              </a:gs>
            </a:gsLst>
            <a:lin ang="10800000" scaled="1"/>
            <a:tileRect/>
          </a:gradFill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l-PL" noProof="0"/>
              <a:t>KLIKNIJ, ABY EDYTOWAĆ STYLE WZORCÓW TEKSTU</a:t>
            </a:r>
          </a:p>
        </p:txBody>
      </p:sp>
      <p:sp>
        <p:nvSpPr>
          <p:cNvPr id="31" name="Tekst — symbol zastępczy 13">
            <a:extLst>
              <a:ext uri="{FF2B5EF4-FFF2-40B4-BE49-F238E27FC236}">
                <a16:creationId xmlns:a16="http://schemas.microsoft.com/office/drawing/2014/main" id="{1D89734B-03E0-4ADE-8F62-C819F3E976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8194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32" name="Tekst — symbol zastępczy 13">
            <a:extLst>
              <a:ext uri="{FF2B5EF4-FFF2-40B4-BE49-F238E27FC236}">
                <a16:creationId xmlns:a16="http://schemas.microsoft.com/office/drawing/2014/main" id="{85971F4D-8B59-4B3E-9169-64E0EF1BA85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63664" y="3893330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33" name="Tekst — symbol zastępczy 13">
            <a:extLst>
              <a:ext uri="{FF2B5EF4-FFF2-40B4-BE49-F238E27FC236}">
                <a16:creationId xmlns:a16="http://schemas.microsoft.com/office/drawing/2014/main" id="{90B19777-E2ED-419C-B486-857117FD081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539138" y="3903126"/>
            <a:ext cx="3064668" cy="518795"/>
          </a:xfrm>
        </p:spPr>
        <p:txBody>
          <a:bodyPr rtlCol="0">
            <a:noAutofit/>
          </a:bodyPr>
          <a:lstStyle>
            <a:lvl1pPr marL="0" indent="0" algn="ctr">
              <a:buNone/>
              <a:defRPr sz="1800" spc="300">
                <a:solidFill>
                  <a:schemeClr val="tx1"/>
                </a:solidFill>
              </a:defRPr>
            </a:lvl1pPr>
            <a:lvl2pPr marL="457200" indent="0">
              <a:buNone/>
              <a:defRPr/>
            </a:lvl2pPr>
          </a:lstStyle>
          <a:p>
            <a:pPr lvl="0" rtl="0"/>
            <a:r>
              <a:rPr lang="pl-PL" noProof="0"/>
              <a:t>kliknij, aby edytować</a:t>
            </a:r>
          </a:p>
        </p:txBody>
      </p:sp>
      <p:sp>
        <p:nvSpPr>
          <p:cNvPr id="34" name="Obraz online — symbol zastępczy 33">
            <a:extLst>
              <a:ext uri="{FF2B5EF4-FFF2-40B4-BE49-F238E27FC236}">
                <a16:creationId xmlns:a16="http://schemas.microsoft.com/office/drawing/2014/main" id="{1A58EB44-F532-4998-B316-61C738C37BF5}"/>
              </a:ext>
            </a:extLst>
          </p:cNvPr>
          <p:cNvSpPr>
            <a:spLocks noGrp="1"/>
          </p:cNvSpPr>
          <p:nvPr>
            <p:ph type="clipArt" sz="quarter" idx="19" hasCustomPrompt="1"/>
          </p:nvPr>
        </p:nvSpPr>
        <p:spPr>
          <a:xfrm>
            <a:off x="1754768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l-PL" noProof="0"/>
              <a:t>Ikona</a:t>
            </a:r>
          </a:p>
        </p:txBody>
      </p:sp>
      <p:sp>
        <p:nvSpPr>
          <p:cNvPr id="35" name="Obraz online — symbol zastępczy 33">
            <a:extLst>
              <a:ext uri="{FF2B5EF4-FFF2-40B4-BE49-F238E27FC236}">
                <a16:creationId xmlns:a16="http://schemas.microsoft.com/office/drawing/2014/main" id="{33763C3C-3545-40BD-9B2C-DC4C0E4CE819}"/>
              </a:ext>
            </a:extLst>
          </p:cNvPr>
          <p:cNvSpPr>
            <a:spLocks noGrp="1"/>
          </p:cNvSpPr>
          <p:nvPr>
            <p:ph type="clipArt" sz="quarter" idx="20" hasCustomPrompt="1"/>
          </p:nvPr>
        </p:nvSpPr>
        <p:spPr>
          <a:xfrm>
            <a:off x="5730240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l-PL" noProof="0"/>
              <a:t>Ikona</a:t>
            </a:r>
          </a:p>
        </p:txBody>
      </p:sp>
      <p:sp>
        <p:nvSpPr>
          <p:cNvPr id="36" name="Obraz online — symbol zastępczy 33">
            <a:extLst>
              <a:ext uri="{FF2B5EF4-FFF2-40B4-BE49-F238E27FC236}">
                <a16:creationId xmlns:a16="http://schemas.microsoft.com/office/drawing/2014/main" id="{1C5D3777-17F3-4225-8C52-2EF1DB4FD54A}"/>
              </a:ext>
            </a:extLst>
          </p:cNvPr>
          <p:cNvSpPr>
            <a:spLocks noGrp="1"/>
          </p:cNvSpPr>
          <p:nvPr>
            <p:ph type="clipArt" sz="quarter" idx="21" hasCustomPrompt="1"/>
          </p:nvPr>
        </p:nvSpPr>
        <p:spPr>
          <a:xfrm>
            <a:off x="9705712" y="3098985"/>
            <a:ext cx="731520" cy="731520"/>
          </a:xfrm>
        </p:spPr>
        <p:txBody>
          <a:bodyPr rtlCol="0">
            <a:noAutofit/>
          </a:bodyPr>
          <a:lstStyle>
            <a:lvl1pPr marL="0" indent="0">
              <a:buNone/>
              <a:defRPr/>
            </a:lvl1pPr>
          </a:lstStyle>
          <a:p>
            <a:pPr rtl="0"/>
            <a:r>
              <a:rPr lang="pl-PL" noProof="0"/>
              <a:t>Ikona</a:t>
            </a:r>
          </a:p>
        </p:txBody>
      </p:sp>
    </p:spTree>
    <p:extLst>
      <p:ext uri="{BB962C8B-B14F-4D97-AF65-F5344CB8AC3E}">
        <p14:creationId xmlns:p14="http://schemas.microsoft.com/office/powerpoint/2010/main" val="31737403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— symbol zastępczy 1">
            <a:extLst>
              <a:ext uri="{FF2B5EF4-FFF2-40B4-BE49-F238E27FC236}">
                <a16:creationId xmlns:a16="http://schemas.microsoft.com/office/drawing/2014/main" id="{9305F96C-D634-4A69-95EC-3D002BD68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19" y="365125"/>
            <a:ext cx="11002962" cy="82391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rtl="0"/>
            <a:r>
              <a:rPr lang="pl-PL" noProof="0"/>
              <a:t>Kliknij, aby edytować styl wzorca tytułu</a:t>
            </a:r>
          </a:p>
        </p:txBody>
      </p:sp>
      <p:sp>
        <p:nvSpPr>
          <p:cNvPr id="3" name="Tekst — symbol zastępczy 2">
            <a:extLst>
              <a:ext uri="{FF2B5EF4-FFF2-40B4-BE49-F238E27FC236}">
                <a16:creationId xmlns:a16="http://schemas.microsoft.com/office/drawing/2014/main" id="{37757E98-D0FB-43E3-98BC-711F6A2F5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519" y="1365813"/>
            <a:ext cx="10989920" cy="48111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 rtl="0"/>
            <a:r>
              <a:rPr lang="pl-PL" noProof="0" dirty="0"/>
              <a:t>Kliknij, aby edytować style wzorca tekstu</a:t>
            </a:r>
          </a:p>
          <a:p>
            <a:pPr lvl="1" rtl="0"/>
            <a:r>
              <a:rPr lang="pl-PL" noProof="0" dirty="0"/>
              <a:t>Drugi poziom</a:t>
            </a:r>
          </a:p>
          <a:p>
            <a:pPr lvl="2" rtl="0"/>
            <a:r>
              <a:rPr lang="pl-PL" noProof="0" dirty="0"/>
              <a:t>Trzeci poziom</a:t>
            </a:r>
          </a:p>
          <a:p>
            <a:pPr lvl="3" rtl="0"/>
            <a:r>
              <a:rPr lang="pl-PL" noProof="0" dirty="0"/>
              <a:t>Czwarty poziom</a:t>
            </a:r>
          </a:p>
          <a:p>
            <a:pPr lvl="4" rtl="0"/>
            <a:r>
              <a:rPr lang="pl-PL" noProof="0" dirty="0"/>
              <a:t>Piąty poziom</a:t>
            </a:r>
          </a:p>
        </p:txBody>
      </p:sp>
      <p:sp>
        <p:nvSpPr>
          <p:cNvPr id="5" name="Stopka — symbol zastępczy 4">
            <a:extLst>
              <a:ext uri="{FF2B5EF4-FFF2-40B4-BE49-F238E27FC236}">
                <a16:creationId xmlns:a16="http://schemas.microsoft.com/office/drawing/2014/main" id="{BFA65B72-2E86-4BA3-94F2-3ADFA40B7A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l-PL" noProof="0"/>
              <a:t>Dodaj stopkę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73C1F3FD-3DB9-46B7-85E1-E8B8878A40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49269" y="6468303"/>
            <a:ext cx="4439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C2E478F-E849-4A8C-AF1F-CBCC78A7CBFA}" type="slidenum">
              <a:rPr lang="pl-PL" noProof="0" smtClean="0"/>
              <a:t>‹#›</a:t>
            </a:fld>
            <a:endParaRPr lang="pl-PL" noProof="0"/>
          </a:p>
        </p:txBody>
      </p:sp>
    </p:spTree>
    <p:extLst>
      <p:ext uri="{BB962C8B-B14F-4D97-AF65-F5344CB8AC3E}">
        <p14:creationId xmlns:p14="http://schemas.microsoft.com/office/powerpoint/2010/main" val="692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1" r:id="rId3"/>
    <p:sldLayoutId id="2147483651" r:id="rId4"/>
    <p:sldLayoutId id="2147483660" r:id="rId5"/>
    <p:sldLayoutId id="2147483677" r:id="rId6"/>
    <p:sldLayoutId id="2147483666" r:id="rId7"/>
    <p:sldLayoutId id="2147483679" r:id="rId8"/>
    <p:sldLayoutId id="2147483653" r:id="rId9"/>
    <p:sldLayoutId id="2147483678" r:id="rId10"/>
    <p:sldLayoutId id="2147483680" r:id="rId11"/>
  </p:sldLayoutIdLst>
  <p:hf hdr="0" ftr="0" dt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5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5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microsoft.com/office/2007/relationships/hdphoto" Target="../media/hdphoto3.wdp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az — symbol zastępczy 7" descr="abstrakcyjny obraz">
            <a:extLst>
              <a:ext uri="{FF2B5EF4-FFF2-40B4-BE49-F238E27FC236}">
                <a16:creationId xmlns:a16="http://schemas.microsoft.com/office/drawing/2014/main" id="{9AB29DBC-55D3-49D9-BB44-4936739C4B5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>
            <a:alphaModFix amt="52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/>
          <a:stretch/>
        </p:blipFill>
        <p:spPr/>
      </p:pic>
      <p:sp>
        <p:nvSpPr>
          <p:cNvPr id="9" name="Tytuł 8">
            <a:extLst>
              <a:ext uri="{FF2B5EF4-FFF2-40B4-BE49-F238E27FC236}">
                <a16:creationId xmlns:a16="http://schemas.microsoft.com/office/drawing/2014/main" id="{79DC1498-E692-42BA-B69F-6D37E6CFAC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>
              <a:lnSpc>
                <a:spcPct val="100000"/>
              </a:lnSpc>
            </a:pPr>
            <a:r>
              <a:rPr lang="pl-PL" b="1" noProof="1"/>
              <a:t>MetodOLOGIA ANALIZY AWARYJNOŚCI</a:t>
            </a:r>
            <a:br>
              <a:rPr lang="pl-PL" b="1" noProof="1"/>
            </a:br>
            <a:r>
              <a:rPr lang="pl-PL" b="1" noProof="1"/>
              <a:t>I PLANOWANIA STANÓW MAGAZYNOWYCH</a:t>
            </a:r>
          </a:p>
        </p:txBody>
      </p:sp>
      <p:sp>
        <p:nvSpPr>
          <p:cNvPr id="7" name="Tekst — symbol zastępczy 6">
            <a:extLst>
              <a:ext uri="{FF2B5EF4-FFF2-40B4-BE49-F238E27FC236}">
                <a16:creationId xmlns:a16="http://schemas.microsoft.com/office/drawing/2014/main" id="{5D865526-EC39-4780-A2A8-274A80A5C1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pl-PL" noProof="1"/>
              <a:t>CZĘŚCI ZAMIENNE</a:t>
            </a:r>
          </a:p>
        </p:txBody>
      </p:sp>
    </p:spTree>
    <p:extLst>
      <p:ext uri="{BB962C8B-B14F-4D97-AF65-F5344CB8AC3E}">
        <p14:creationId xmlns:p14="http://schemas.microsoft.com/office/powerpoint/2010/main" val="39278323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E3A87B3-0A27-4EE9-979E-B69581E47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16301" y="946958"/>
            <a:ext cx="1600052" cy="944595"/>
          </a:xfrm>
        </p:spPr>
        <p:txBody>
          <a:bodyPr rtlCol="0"/>
          <a:lstStyle/>
          <a:p>
            <a:pPr rtl="0">
              <a:lnSpc>
                <a:spcPct val="100000"/>
              </a:lnSpc>
            </a:pPr>
            <a:r>
              <a:rPr lang="pl-PL" noProof="1"/>
              <a:t>CEL</a:t>
            </a:r>
          </a:p>
        </p:txBody>
      </p:sp>
      <p:pic>
        <p:nvPicPr>
          <p:cNvPr id="8" name="Obraz — symbol zastępczy 7" descr="grupa osób przy stole konferencyjnym">
            <a:extLst>
              <a:ext uri="{FF2B5EF4-FFF2-40B4-BE49-F238E27FC236}">
                <a16:creationId xmlns:a16="http://schemas.microsoft.com/office/drawing/2014/main" id="{BB76F5AB-0940-46E1-85F9-6A870D7D04C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6" name="Tekst — symbol zastępczy 5">
            <a:extLst>
              <a:ext uri="{FF2B5EF4-FFF2-40B4-BE49-F238E27FC236}">
                <a16:creationId xmlns:a16="http://schemas.microsoft.com/office/drawing/2014/main" id="{F3C89A40-EEAA-43AB-9A3A-B2CFDE450F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8620" y="3348050"/>
            <a:ext cx="5142438" cy="1783977"/>
          </a:xfrm>
        </p:spPr>
        <p:txBody>
          <a:bodyPr rtlCol="0"/>
          <a:lstStyle/>
          <a:p>
            <a:pPr algn="just">
              <a:lnSpc>
                <a:spcPct val="100000"/>
              </a:lnSpc>
            </a:pPr>
            <a:r>
              <a:rPr lang="pl-PL" kern="0" spc="0" dirty="0"/>
              <a:t>	Określenie ilości sztuk części zamiennych niezbędnych dla zapewnienia ciągłości dostaw reklamacyjnych i sprzedażowych oraz funkcjonowania serwisu mobilnego w zadanym okresie.</a:t>
            </a:r>
          </a:p>
          <a:p>
            <a:pPr rtl="0"/>
            <a:endParaRPr lang="pl-PL" noProof="1"/>
          </a:p>
        </p:txBody>
      </p:sp>
      <p:sp>
        <p:nvSpPr>
          <p:cNvPr id="7" name="Numer slajdu — symbol zastępczy 6">
            <a:extLst>
              <a:ext uri="{FF2B5EF4-FFF2-40B4-BE49-F238E27FC236}">
                <a16:creationId xmlns:a16="http://schemas.microsoft.com/office/drawing/2014/main" id="{F29F8048-1E86-48F4-B246-D2F8C54B7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noProof="1" smtClean="0"/>
              <a:pPr rtl="0"/>
              <a:t>2</a:t>
            </a:fld>
            <a:endParaRPr lang="pl-PL" noProof="1"/>
          </a:p>
        </p:txBody>
      </p:sp>
      <p:sp>
        <p:nvSpPr>
          <p:cNvPr id="3" name="Tekst — symbol zastępczy 5">
            <a:extLst>
              <a:ext uri="{FF2B5EF4-FFF2-40B4-BE49-F238E27FC236}">
                <a16:creationId xmlns:a16="http://schemas.microsoft.com/office/drawing/2014/main" id="{4F4074D1-2A0F-699B-71C8-B7D189E57578}"/>
              </a:ext>
            </a:extLst>
          </p:cNvPr>
          <p:cNvSpPr txBox="1">
            <a:spLocks/>
          </p:cNvSpPr>
          <p:nvPr/>
        </p:nvSpPr>
        <p:spPr>
          <a:xfrm>
            <a:off x="6018620" y="2258838"/>
            <a:ext cx="5142437" cy="178397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pl-PL" kern="0" spc="0" dirty="0"/>
              <a:t>	Ciągły monitoring awaryjności i cyklu życia części oraz urządzeń.</a:t>
            </a:r>
          </a:p>
          <a:p>
            <a:endParaRPr lang="pl-PL" noProof="1"/>
          </a:p>
        </p:txBody>
      </p:sp>
    </p:spTree>
    <p:extLst>
      <p:ext uri="{BB962C8B-B14F-4D97-AF65-F5344CB8AC3E}">
        <p14:creationId xmlns:p14="http://schemas.microsoft.com/office/powerpoint/2010/main" val="1649098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1134D5F6-0133-E96F-49FD-0AFBC2804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3</a:t>
            </a:fld>
            <a:endParaRPr lang="pl-PL" noProof="0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AD441089-0017-20F5-B211-A66FDF012C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4423" y="492121"/>
            <a:ext cx="10712824" cy="6074794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pl-PL" sz="1600" b="1" u="sng" kern="0" spc="0" dirty="0"/>
              <a:t>Zakres analizy:</a:t>
            </a:r>
          </a:p>
          <a:p>
            <a:pPr marL="342900" lvl="0" indent="-342900" algn="just">
              <a:lnSpc>
                <a:spcPct val="100000"/>
              </a:lnSpc>
              <a:buAutoNum type="arabicPeriod"/>
            </a:pPr>
            <a:r>
              <a:rPr lang="pl-PL" sz="1600" b="1" kern="0" spc="0" dirty="0"/>
              <a:t>Zapotrzebowanie gwarancyjne  </a:t>
            </a:r>
            <a:r>
              <a:rPr lang="pl-PL" sz="1600" kern="0" spc="0" dirty="0"/>
              <a:t>- obliczone w oparciu o dane historyczne dotyczące awaryjności urządzeń (awaryjność urządzeń i poszczególnych części w %, histogram awaryjności tj. rozkład awarii w czasie).</a:t>
            </a:r>
          </a:p>
          <a:p>
            <a:pPr marL="342900" lvl="0" indent="-342900" algn="just">
              <a:lnSpc>
                <a:spcPct val="100000"/>
              </a:lnSpc>
              <a:buAutoNum type="arabicPeriod"/>
            </a:pPr>
            <a:endParaRPr lang="pl-PL" sz="1600" kern="0" spc="0" dirty="0"/>
          </a:p>
          <a:p>
            <a:pPr lvl="0" algn="just">
              <a:lnSpc>
                <a:spcPct val="100000"/>
              </a:lnSpc>
            </a:pPr>
            <a:r>
              <a:rPr lang="pl-PL" sz="1600" b="1" kern="0" spc="0" dirty="0"/>
              <a:t>2. Zapotrzebowanie sprzedażowe </a:t>
            </a:r>
            <a:r>
              <a:rPr lang="pl-PL" sz="1600" kern="0" spc="0" dirty="0"/>
              <a:t>– obliczone na podstawie statystyki zapytań ofertowych na części zamienne (obejmuje zarówno awarie, jak i usterki mechaniczne – oba elementy generują zapotrzebowanie)</a:t>
            </a:r>
          </a:p>
          <a:p>
            <a:pPr lvl="0" algn="just">
              <a:lnSpc>
                <a:spcPct val="100000"/>
              </a:lnSpc>
            </a:pPr>
            <a:endParaRPr lang="pl-PL" sz="1600" kern="0" spc="0" dirty="0"/>
          </a:p>
          <a:p>
            <a:pPr lvl="0" algn="just">
              <a:lnSpc>
                <a:spcPct val="100000"/>
              </a:lnSpc>
            </a:pPr>
            <a:r>
              <a:rPr lang="pl-PL" sz="1600" kern="0" spc="0" dirty="0"/>
              <a:t>3. Planowane wprowadzenia i wycofania produktów</a:t>
            </a:r>
          </a:p>
          <a:p>
            <a:pPr lvl="0" algn="just">
              <a:lnSpc>
                <a:spcPct val="100000"/>
              </a:lnSpc>
            </a:pPr>
            <a:endParaRPr lang="pl-PL" sz="1600" kern="0" spc="0" dirty="0"/>
          </a:p>
          <a:p>
            <a:pPr lvl="0" algn="just">
              <a:lnSpc>
                <a:spcPct val="100000"/>
              </a:lnSpc>
            </a:pPr>
            <a:r>
              <a:rPr lang="pl-PL" sz="1600" kern="0" spc="0" dirty="0"/>
              <a:t>4. Zapotrzebowanie serwisu mobilnego w oparciu o podpisane umowy serwisowe – informacja od SM</a:t>
            </a:r>
          </a:p>
          <a:p>
            <a:pPr algn="just">
              <a:lnSpc>
                <a:spcPct val="100000"/>
              </a:lnSpc>
            </a:pPr>
            <a:endParaRPr lang="pl-PL" sz="1600" kern="0" spc="0" dirty="0"/>
          </a:p>
          <a:p>
            <a:pPr algn="just">
              <a:lnSpc>
                <a:spcPct val="100000"/>
              </a:lnSpc>
            </a:pPr>
            <a:endParaRPr lang="pl-PL" sz="1600" kern="0" spc="0" dirty="0"/>
          </a:p>
          <a:p>
            <a:pPr algn="just">
              <a:lnSpc>
                <a:spcPct val="100000"/>
              </a:lnSpc>
            </a:pPr>
            <a:r>
              <a:rPr lang="pl-PL" sz="1600" b="1" kern="0" spc="0" dirty="0"/>
              <a:t>Przyjęte minimum bezpieczeństwa </a:t>
            </a:r>
            <a:r>
              <a:rPr lang="pl-PL" sz="1600" kern="0" spc="0" dirty="0"/>
              <a:t>– stan magazynowy na kolejne 3 miesiące (czas realizacji dostaw z fabryki).</a:t>
            </a:r>
          </a:p>
          <a:p>
            <a:pPr algn="just">
              <a:lnSpc>
                <a:spcPct val="100000"/>
              </a:lnSpc>
            </a:pPr>
            <a:r>
              <a:rPr lang="pl-PL" sz="1600" kern="0" spc="0" dirty="0"/>
              <a:t>Po wykonaniu każdej kalkulacji zapotrzebowania (1÷4), przed złożeniem zamówienia następuje weryfikacja z aktualnym stanem magazynowym.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l-PL" sz="1600" kern="0" spc="0" dirty="0"/>
              <a:t>minimum bezpieczeństwa jest zapewnione na stanie – brak zamówienia</a:t>
            </a:r>
          </a:p>
          <a:p>
            <a:pPr marL="285750" indent="-285750" algn="just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l-PL" sz="1600" kern="0" spc="0" dirty="0"/>
              <a:t>minimum bezpieczeństwa nie jest zapewnione na stanie – zamówienie ilości dopełniającej stan do minimum</a:t>
            </a:r>
          </a:p>
          <a:p>
            <a:pPr algn="just">
              <a:lnSpc>
                <a:spcPct val="100000"/>
              </a:lnSpc>
            </a:pPr>
            <a:endParaRPr lang="pl-PL" sz="1600" dirty="0"/>
          </a:p>
          <a:p>
            <a:pPr algn="just">
              <a:lnSpc>
                <a:spcPct val="100000"/>
              </a:lnSpc>
            </a:pP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2167261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1D24B42B-925B-494C-A986-BD85E811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145309"/>
            <a:ext cx="5735782" cy="2778859"/>
          </a:xfrm>
        </p:spPr>
        <p:txBody>
          <a:bodyPr rtlCol="0">
            <a:normAutofit/>
          </a:bodyPr>
          <a:lstStyle/>
          <a:p>
            <a:pPr rtl="0"/>
            <a:r>
              <a:rPr lang="pl-PL" sz="4400" noProof="1"/>
              <a:t>Zapotrzebowanie gwarancyjne</a:t>
            </a:r>
          </a:p>
        </p:txBody>
      </p:sp>
      <p:pic>
        <p:nvPicPr>
          <p:cNvPr id="8" name="Obraz — symbol zastępczy 7" descr="zbliżenie kodu komputera">
            <a:extLst>
              <a:ext uri="{FF2B5EF4-FFF2-40B4-BE49-F238E27FC236}">
                <a16:creationId xmlns:a16="http://schemas.microsoft.com/office/drawing/2014/main" id="{A596BF19-CC58-4709-B5D6-3FC378FDC7B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2" name="Tekst — symbol zastępczy 1">
            <a:extLst>
              <a:ext uri="{FF2B5EF4-FFF2-40B4-BE49-F238E27FC236}">
                <a16:creationId xmlns:a16="http://schemas.microsoft.com/office/drawing/2014/main" id="{B156CAF1-214F-4566-9B0D-DACA1063E8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02680" y="4393374"/>
            <a:ext cx="3606338" cy="365125"/>
          </a:xfrm>
        </p:spPr>
        <p:txBody>
          <a:bodyPr rtlCol="0"/>
          <a:lstStyle/>
          <a:p>
            <a:pPr rtl="0"/>
            <a:r>
              <a:rPr lang="pl-PL" noProof="1"/>
              <a:t>W oparciu o Analizę Weybulla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FC6A5C12-E784-444E-B868-DE2AE8574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noProof="1" smtClean="0"/>
              <a:t>4</a:t>
            </a:fld>
            <a:endParaRPr lang="pl-PL" noProof="1"/>
          </a:p>
        </p:txBody>
      </p:sp>
    </p:spTree>
    <p:extLst>
      <p:ext uri="{BB962C8B-B14F-4D97-AF65-F5344CB8AC3E}">
        <p14:creationId xmlns:p14="http://schemas.microsoft.com/office/powerpoint/2010/main" val="2944765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1E890-A606-0B2D-B3AD-329452D4C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A3FDBF4-2A06-12A7-1688-F238E7E7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5</a:t>
            </a:fld>
            <a:endParaRPr lang="pl-PL" noProof="0"/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187770AB-FA4D-FBD9-F73A-2CC9DB3C3E0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53035" y="635556"/>
            <a:ext cx="10542494" cy="102291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pl-PL" b="1" kern="0" spc="0" dirty="0"/>
              <a:t>Analiza </a:t>
            </a:r>
            <a:r>
              <a:rPr lang="pl-PL" b="1" kern="0" spc="0" dirty="0" err="1"/>
              <a:t>Weybulla</a:t>
            </a:r>
            <a:r>
              <a:rPr lang="pl-PL" b="1" kern="0" spc="0" dirty="0"/>
              <a:t> </a:t>
            </a:r>
            <a:r>
              <a:rPr lang="pl-PL" kern="0" spc="0" dirty="0"/>
              <a:t>pozwala na analizę ryzyka wystąpienia awarii w oparciu o historyczne dane wsadowe ewidencjonowane w systemie Business Central (zapisy księgi serwisu).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EF8B1B25-CBE3-AF32-FCAF-F5C69ABA7F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716485"/>
              </p:ext>
            </p:extLst>
          </p:nvPr>
        </p:nvGraphicFramePr>
        <p:xfrm>
          <a:off x="1243104" y="2052142"/>
          <a:ext cx="9398001" cy="3708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5349">
                  <a:extLst>
                    <a:ext uri="{9D8B030D-6E8A-4147-A177-3AD203B41FA5}">
                      <a16:colId xmlns:a16="http://schemas.microsoft.com/office/drawing/2014/main" val="1582352195"/>
                    </a:ext>
                  </a:extLst>
                </a:gridCol>
                <a:gridCol w="7922652">
                  <a:extLst>
                    <a:ext uri="{9D8B030D-6E8A-4147-A177-3AD203B41FA5}">
                      <a16:colId xmlns:a16="http://schemas.microsoft.com/office/drawing/2014/main" val="15755856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sz="1600" dirty="0"/>
                        <a:t>D</a:t>
                      </a:r>
                      <a:r>
                        <a:rPr lang="pl-PL" sz="1600" baseline="-25000" dirty="0"/>
                        <a:t>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600" dirty="0"/>
                        <a:t>Data sprzedaży urządzenia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5751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600" dirty="0"/>
                        <a:t>D</a:t>
                      </a:r>
                      <a:r>
                        <a:rPr lang="pl-PL" sz="1600" baseline="-25000" dirty="0"/>
                        <a:t>a</a:t>
                      </a:r>
                      <a:r>
                        <a:rPr lang="pl-PL" sz="1600" dirty="0"/>
                        <a:t>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600" dirty="0"/>
                        <a:t>Data zgłoszenia awarii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87531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6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600" dirty="0"/>
                        <a:t>Model urządzenia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40679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600" dirty="0"/>
                        <a:t>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600" dirty="0"/>
                        <a:t>Numer seryjny urządzenia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712123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600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600" dirty="0"/>
                        <a:t>Typ części zamiennej (np. sprężarka, wentylator)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3075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600" dirty="0"/>
                        <a:t>C</a:t>
                      </a:r>
                      <a:r>
                        <a:rPr lang="pl-PL" sz="1600" baseline="-25000" dirty="0"/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600" dirty="0"/>
                        <a:t>Numer części zamiennej (BOM)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7149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600" dirty="0"/>
                        <a:t>N</a:t>
                      </a:r>
                      <a:r>
                        <a:rPr lang="pl-PL" sz="1600" baseline="-25000" dirty="0"/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600" dirty="0"/>
                        <a:t>Liczba urządzeń danego modelu wprowadzonych na rynek, będących na gwarancji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79768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l-PL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  <a:r>
                        <a:rPr lang="pl-PL" sz="1600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600" dirty="0"/>
                        <a:t>Czas do awarii – liczba miesięcy od sprzedaży do awarii </a:t>
                      </a:r>
                      <a:r>
                        <a:rPr lang="pl-PL" sz="1600" kern="0" spc="0" dirty="0"/>
                        <a:t>T</a:t>
                      </a:r>
                      <a:r>
                        <a:rPr lang="pl-PL" sz="1600" kern="1200" baseline="-250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</a:t>
                      </a:r>
                      <a:r>
                        <a:rPr lang="pl-PL" sz="1600" kern="0" spc="0" dirty="0"/>
                        <a:t>=D</a:t>
                      </a:r>
                      <a:r>
                        <a:rPr lang="pl-PL" sz="1600" kern="0" spc="0" baseline="-25000" dirty="0"/>
                        <a:t>a</a:t>
                      </a:r>
                      <a:r>
                        <a:rPr lang="pl-PL" sz="1600" kern="0" spc="0" dirty="0"/>
                        <a:t>-D</a:t>
                      </a:r>
                      <a:r>
                        <a:rPr lang="pl-PL" sz="1600" kern="0" spc="0" baseline="-25000" dirty="0"/>
                        <a:t>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044486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l-PL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Horyzont czasowy (miesiące) – okres, na który chcemy wykonać prognozę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163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pl-PL" sz="16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l-PL" sz="1600" dirty="0"/>
                        <a:t>Średnia liczba awarii danej części na jedno urządzenie</a:t>
                      </a:r>
                      <a:endParaRPr lang="pl-PL" sz="1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899851"/>
                  </a:ext>
                </a:extLst>
              </a:tr>
            </a:tbl>
          </a:graphicData>
        </a:graphic>
      </p:graphicFrame>
      <p:sp>
        <p:nvSpPr>
          <p:cNvPr id="12" name="Symbol zastępczy tekstu 4">
            <a:extLst>
              <a:ext uri="{FF2B5EF4-FFF2-40B4-BE49-F238E27FC236}">
                <a16:creationId xmlns:a16="http://schemas.microsoft.com/office/drawing/2014/main" id="{D7A9FE3D-DAC9-F317-8842-6C67F596C9DC}"/>
              </a:ext>
            </a:extLst>
          </p:cNvPr>
          <p:cNvSpPr txBox="1">
            <a:spLocks/>
          </p:cNvSpPr>
          <p:nvPr/>
        </p:nvSpPr>
        <p:spPr>
          <a:xfrm>
            <a:off x="1243105" y="1551671"/>
            <a:ext cx="3154992" cy="5004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pl-PL" sz="1600" b="1" kern="0" spc="0" dirty="0"/>
              <a:t>Dane wsadowe do analizy:</a:t>
            </a:r>
            <a:endParaRPr lang="pl-PL" sz="1600" kern="0" spc="0" dirty="0"/>
          </a:p>
        </p:txBody>
      </p:sp>
    </p:spTree>
    <p:extLst>
      <p:ext uri="{BB962C8B-B14F-4D97-AF65-F5344CB8AC3E}">
        <p14:creationId xmlns:p14="http://schemas.microsoft.com/office/powerpoint/2010/main" val="30171926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EBAAD7-D94F-690D-991E-758FC2BEE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00175BFD-6A3D-9889-74ED-097FCAF7D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6</a:t>
            </a:fld>
            <a:endParaRPr lang="pl-PL" noProof="0"/>
          </a:p>
        </p:txBody>
      </p:sp>
      <p:sp>
        <p:nvSpPr>
          <p:cNvPr id="13" name="Symbol zastępczy tekstu 4">
            <a:extLst>
              <a:ext uri="{FF2B5EF4-FFF2-40B4-BE49-F238E27FC236}">
                <a16:creationId xmlns:a16="http://schemas.microsoft.com/office/drawing/2014/main" id="{EEAEA773-B540-88A6-6144-9D4C89B10356}"/>
              </a:ext>
            </a:extLst>
          </p:cNvPr>
          <p:cNvSpPr txBox="1">
            <a:spLocks/>
          </p:cNvSpPr>
          <p:nvPr/>
        </p:nvSpPr>
        <p:spPr>
          <a:xfrm>
            <a:off x="594788" y="648962"/>
            <a:ext cx="10858987" cy="58910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</a:pPr>
            <a:r>
              <a:rPr lang="pl-PL" b="1" u="sng" kern="0" spc="0" dirty="0"/>
              <a:t>Założenia:</a:t>
            </a:r>
          </a:p>
          <a:p>
            <a:pPr algn="just">
              <a:lnSpc>
                <a:spcPct val="100000"/>
              </a:lnSpc>
            </a:pPr>
            <a:endParaRPr lang="pl-PL" sz="1600" kern="0" spc="0" dirty="0"/>
          </a:p>
          <a:p>
            <a:pPr algn="just">
              <a:lnSpc>
                <a:spcPct val="100000"/>
              </a:lnSpc>
            </a:pPr>
            <a:r>
              <a:rPr lang="pl-PL" sz="1600" kern="0" spc="0" dirty="0"/>
              <a:t>1. Ponieważ nie posiadamy danych dotyczących dat uruchomienia urządzeń zakładamy, że czas do awarii T liczony jest od daty sprzedaży przez TZA:</a:t>
            </a:r>
            <a:r>
              <a:rPr lang="pl-PL" sz="1600" i="1" kern="0" spc="0" dirty="0"/>
              <a:t>	T=D</a:t>
            </a:r>
            <a:r>
              <a:rPr lang="pl-PL" sz="1600" i="1" kern="0" spc="0" baseline="-25000" dirty="0"/>
              <a:t>a</a:t>
            </a:r>
            <a:r>
              <a:rPr lang="pl-PL" sz="1600" i="1" kern="0" spc="0" dirty="0"/>
              <a:t>-D</a:t>
            </a:r>
            <a:r>
              <a:rPr lang="pl-PL" sz="1600" i="1" kern="0" spc="0" baseline="-25000" dirty="0"/>
              <a:t>s</a:t>
            </a:r>
          </a:p>
          <a:p>
            <a:pPr algn="just">
              <a:lnSpc>
                <a:spcPct val="100000"/>
              </a:lnSpc>
            </a:pPr>
            <a:endParaRPr lang="pl-PL" sz="1600" kern="0" spc="0" baseline="-25000" dirty="0"/>
          </a:p>
          <a:p>
            <a:pPr algn="just">
              <a:lnSpc>
                <a:spcPct val="100000"/>
              </a:lnSpc>
            </a:pPr>
            <a:r>
              <a:rPr lang="pl-PL" sz="1600" kern="0" spc="0" dirty="0"/>
              <a:t>2. Horyzont czasowy T zależy od tego, na jak długi okres planujemy stan magazynowy i jak często realizujemy dostawy. Przyjmujemy okres realizacji zamówienia tj. 3 miesiące.</a:t>
            </a:r>
          </a:p>
          <a:p>
            <a:pPr algn="just">
              <a:lnSpc>
                <a:spcPct val="100000"/>
              </a:lnSpc>
            </a:pPr>
            <a:endParaRPr lang="pl-PL" sz="1600" kern="0" spc="0" dirty="0"/>
          </a:p>
          <a:p>
            <a:pPr algn="just">
              <a:lnSpc>
                <a:spcPct val="100000"/>
              </a:lnSpc>
            </a:pPr>
            <a:r>
              <a:rPr lang="pl-PL" sz="1600" kern="0" spc="0" dirty="0"/>
              <a:t>3. Analizujemy każdą część, dla każdego modelu urządzenia oddzielnie.</a:t>
            </a:r>
          </a:p>
          <a:p>
            <a:pPr algn="just">
              <a:lnSpc>
                <a:spcPct val="100000"/>
              </a:lnSpc>
            </a:pPr>
            <a:endParaRPr lang="pl-PL" sz="1600" kern="0" spc="0" dirty="0"/>
          </a:p>
          <a:p>
            <a:pPr algn="just">
              <a:lnSpc>
                <a:spcPct val="100000"/>
              </a:lnSpc>
            </a:pPr>
            <a:r>
              <a:rPr lang="pl-PL" sz="1600" kern="0" spc="0" dirty="0"/>
              <a:t>4. Dla każdej części danego typu zliczamy wszystkie przypadki awarii. Jeśli ten sam element ulegnie awarii kilkukrotnie w tej samej jednostce, traktujemy awarie jako osobne zdarzenia (osobny punkt danych).</a:t>
            </a:r>
          </a:p>
          <a:p>
            <a:pPr algn="just">
              <a:lnSpc>
                <a:spcPct val="100000"/>
              </a:lnSpc>
            </a:pPr>
            <a:endParaRPr lang="pl-PL" sz="1600" kern="0" spc="0" baseline="-25000" dirty="0"/>
          </a:p>
          <a:p>
            <a:pPr algn="just">
              <a:lnSpc>
                <a:spcPct val="100000"/>
              </a:lnSpc>
            </a:pPr>
            <a:r>
              <a:rPr lang="pl-PL" sz="1600" kern="0" spc="0" dirty="0"/>
              <a:t>5. Aktualizacja danych co 3 miesiące.</a:t>
            </a:r>
          </a:p>
        </p:txBody>
      </p:sp>
    </p:spTree>
    <p:extLst>
      <p:ext uri="{BB962C8B-B14F-4D97-AF65-F5344CB8AC3E}">
        <p14:creationId xmlns:p14="http://schemas.microsoft.com/office/powerpoint/2010/main" val="3037402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0C1E-3452-2697-3328-E1BFB2E66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9AC6CEA-7019-27BC-A2DA-7E278075C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7</a:t>
            </a:fld>
            <a:endParaRPr lang="pl-PL" noProof="0"/>
          </a:p>
        </p:txBody>
      </p:sp>
      <p:sp>
        <p:nvSpPr>
          <p:cNvPr id="13" name="Symbol zastępczy tekstu 4">
            <a:extLst>
              <a:ext uri="{FF2B5EF4-FFF2-40B4-BE49-F238E27FC236}">
                <a16:creationId xmlns:a16="http://schemas.microsoft.com/office/drawing/2014/main" id="{76291813-6421-667E-FA91-037EC4FF0625}"/>
              </a:ext>
            </a:extLst>
          </p:cNvPr>
          <p:cNvSpPr txBox="1">
            <a:spLocks/>
          </p:cNvSpPr>
          <p:nvPr/>
        </p:nvSpPr>
        <p:spPr>
          <a:xfrm>
            <a:off x="824753" y="832471"/>
            <a:ext cx="10542494" cy="4465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pl-PL" kern="0" spc="0" dirty="0"/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C2F6328-4755-4AF9-BEBC-8C7FDAF21C4F}"/>
              </a:ext>
            </a:extLst>
          </p:cNvPr>
          <p:cNvSpPr txBox="1"/>
          <p:nvPr/>
        </p:nvSpPr>
        <p:spPr>
          <a:xfrm>
            <a:off x="1571551" y="2908097"/>
            <a:ext cx="99777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l-PL" sz="1600" dirty="0"/>
              <a:t>Prawdopodobieństwo </a:t>
            </a:r>
            <a:r>
              <a:rPr lang="pl-PL" sz="1600" i="1" dirty="0"/>
              <a:t>F(T)</a:t>
            </a:r>
            <a:r>
              <a:rPr lang="pl-PL" sz="1600" dirty="0"/>
              <a:t>, że część ulegnie awarii w czasie T (horyzoncie czasowym, dla którego robimy kalkulację):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B657B2ED-B117-9946-8660-5849866517BE}"/>
              </a:ext>
            </a:extLst>
          </p:cNvPr>
          <p:cNvSpPr txBox="1"/>
          <p:nvPr/>
        </p:nvSpPr>
        <p:spPr>
          <a:xfrm>
            <a:off x="642731" y="527603"/>
            <a:ext cx="896743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600" b="1" u="sng" dirty="0"/>
              <a:t>Prognozowane zapotrzebowanie danej części w czasie T:</a:t>
            </a:r>
          </a:p>
          <a:p>
            <a:endParaRPr lang="pl-PL" sz="1600" i="1" dirty="0"/>
          </a:p>
          <a:p>
            <a:pPr algn="ctr"/>
            <a:r>
              <a:rPr lang="pl-PL" sz="2400" i="1" dirty="0"/>
              <a:t>Z=N</a:t>
            </a:r>
            <a:r>
              <a:rPr lang="pl-PL" sz="2400" i="1" baseline="-25000" dirty="0"/>
              <a:t>M</a:t>
            </a:r>
            <a:r>
              <a:rPr lang="pl-PL" sz="2400" i="1" dirty="0"/>
              <a:t> × A × F(T)</a:t>
            </a:r>
          </a:p>
          <a:p>
            <a:endParaRPr lang="pl-PL" sz="1600" i="1" dirty="0"/>
          </a:p>
          <a:p>
            <a:r>
              <a:rPr lang="pl-PL" sz="1600" i="1" dirty="0"/>
              <a:t>	gdzie:</a:t>
            </a:r>
          </a:p>
          <a:p>
            <a:r>
              <a:rPr lang="pl-PL" sz="1600" i="1" dirty="0"/>
              <a:t>	A=liczba awarii danej części/liczba wszystkich urządzeń danego modelu w rynku</a:t>
            </a:r>
            <a:endParaRPr lang="pl-PL" sz="1600" i="1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41D60AA-4C50-4166-109A-AFD623259C84}"/>
                  </a:ext>
                </a:extLst>
              </p:cNvPr>
              <p:cNvSpPr txBox="1"/>
              <p:nvPr/>
            </p:nvSpPr>
            <p:spPr>
              <a:xfrm>
                <a:off x="3256212" y="3640774"/>
                <a:ext cx="1884362" cy="4370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=1−</m:t>
                      </m:r>
                      <m:sSup>
                        <m:sSupPr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−(</m:t>
                          </m:r>
                          <m:sSup>
                            <m:sSupPr>
                              <m:ctrlP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f>
                                <m:fPr>
                                  <m:ctrlPr>
                                    <a:rPr lang="pl-P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pl-PL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pl-PL" b="0" i="1" smtClean="0">
                                      <a:latin typeface="Cambria Math" panose="02040503050406030204" pitchFamily="18" charset="0"/>
                                    </a:rPr>
                                    <m:t>ƞ</m:t>
                                  </m:r>
                                </m:den>
                              </m:f>
                              <m: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ß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pl-PL" dirty="0"/>
              </a:p>
            </p:txBody>
          </p:sp>
        </mc:Choice>
        <mc:Fallback xmlns="">
          <p:sp>
            <p:nvSpPr>
              <p:cNvPr id="7" name="pole tekstowe 6">
                <a:extLst>
                  <a:ext uri="{FF2B5EF4-FFF2-40B4-BE49-F238E27FC236}">
                    <a16:creationId xmlns:a16="http://schemas.microsoft.com/office/drawing/2014/main" id="{841D60AA-4C50-4166-109A-AFD623259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56212" y="3640774"/>
                <a:ext cx="1884362" cy="437043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D1765DEF-2FF6-1B48-B354-7E701112EDDF}"/>
              </a:ext>
            </a:extLst>
          </p:cNvPr>
          <p:cNvSpPr txBox="1"/>
          <p:nvPr/>
        </p:nvSpPr>
        <p:spPr>
          <a:xfrm>
            <a:off x="2456329" y="4307268"/>
            <a:ext cx="891091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l-PL" sz="1400" dirty="0"/>
              <a:t>gdzie:</a:t>
            </a:r>
          </a:p>
          <a:p>
            <a:pPr algn="just"/>
            <a:r>
              <a:rPr lang="pl-PL" sz="1400" dirty="0"/>
              <a:t>T – horyzont czasowy (miesiące)</a:t>
            </a:r>
          </a:p>
          <a:p>
            <a:pPr algn="just"/>
            <a:r>
              <a:rPr lang="pl-PL" sz="1400" dirty="0"/>
              <a:t>η (eta) – parametr skali (charakterystyczny czas awarii) wyznaczany z danych dot. średniego czasu do wystąpienia awarii, w miesiącach)</a:t>
            </a:r>
          </a:p>
          <a:p>
            <a:pPr algn="just"/>
            <a:r>
              <a:rPr lang="pl-PL" sz="1400" dirty="0"/>
              <a:t>β (beta) – parametr kształtu rozkładu tj. nachylenie linii regresji (określa typ awaryjności, określany statystycznie, bez jednostki)</a:t>
            </a:r>
          </a:p>
        </p:txBody>
      </p:sp>
    </p:spTree>
    <p:extLst>
      <p:ext uri="{BB962C8B-B14F-4D97-AF65-F5344CB8AC3E}">
        <p14:creationId xmlns:p14="http://schemas.microsoft.com/office/powerpoint/2010/main" val="2766049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DDD40-6CF9-F7E6-126C-0C10838EB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9BE78D5B-8A92-FBA9-6282-2B6E426A3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8</a:t>
            </a:fld>
            <a:endParaRPr lang="pl-PL" noProof="0"/>
          </a:p>
        </p:txBody>
      </p:sp>
      <p:sp>
        <p:nvSpPr>
          <p:cNvPr id="13" name="Symbol zastępczy tekstu 4">
            <a:extLst>
              <a:ext uri="{FF2B5EF4-FFF2-40B4-BE49-F238E27FC236}">
                <a16:creationId xmlns:a16="http://schemas.microsoft.com/office/drawing/2014/main" id="{A93EBC4D-F8AC-860D-289B-986E6B0348CC}"/>
              </a:ext>
            </a:extLst>
          </p:cNvPr>
          <p:cNvSpPr txBox="1">
            <a:spLocks/>
          </p:cNvSpPr>
          <p:nvPr/>
        </p:nvSpPr>
        <p:spPr>
          <a:xfrm>
            <a:off x="824753" y="832471"/>
            <a:ext cx="10542494" cy="4465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pl-PL" kern="0" spc="0" dirty="0"/>
          </a:p>
        </p:txBody>
      </p:sp>
      <p:sp>
        <p:nvSpPr>
          <p:cNvPr id="2" name="pole tekstowe 1">
            <a:extLst>
              <a:ext uri="{FF2B5EF4-FFF2-40B4-BE49-F238E27FC236}">
                <a16:creationId xmlns:a16="http://schemas.microsoft.com/office/drawing/2014/main" id="{B964C82B-9855-B6F8-F3A7-8889FB708881}"/>
              </a:ext>
            </a:extLst>
          </p:cNvPr>
          <p:cNvSpPr txBox="1"/>
          <p:nvPr/>
        </p:nvSpPr>
        <p:spPr>
          <a:xfrm>
            <a:off x="642731" y="527603"/>
            <a:ext cx="1097552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b="1" u="sng" dirty="0"/>
              <a:t>Kalkulacja parametrów </a:t>
            </a:r>
            <a:r>
              <a:rPr lang="el-GR" b="1" u="sng" dirty="0"/>
              <a:t>η </a:t>
            </a:r>
            <a:r>
              <a:rPr lang="pl-PL" b="1" u="sng" dirty="0"/>
              <a:t>i </a:t>
            </a:r>
            <a:r>
              <a:rPr lang="el-GR" b="1" u="sng" dirty="0"/>
              <a:t>β</a:t>
            </a:r>
            <a:r>
              <a:rPr lang="pl-PL" b="1" u="sng" dirty="0"/>
              <a:t> krok po kroku:</a:t>
            </a:r>
          </a:p>
          <a:p>
            <a:endParaRPr lang="pl-PL" sz="1600" dirty="0"/>
          </a:p>
          <a:p>
            <a:pPr marL="342900" indent="-342900">
              <a:buAutoNum type="arabicPeriod"/>
            </a:pPr>
            <a:r>
              <a:rPr lang="pl-PL" sz="1600" dirty="0"/>
              <a:t>Stwórz tabelę czasów awarii: Nr porządkowy (i) vs. czas T</a:t>
            </a:r>
            <a:r>
              <a:rPr lang="pl-PL" sz="1600" baseline="-25000" dirty="0"/>
              <a:t>i</a:t>
            </a:r>
            <a:r>
              <a:rPr lang="pl-PL" sz="1600" dirty="0"/>
              <a:t> </a:t>
            </a:r>
          </a:p>
          <a:p>
            <a:pPr marL="342900" indent="-342900">
              <a:buAutoNum type="arabicPeriod"/>
            </a:pPr>
            <a:r>
              <a:rPr lang="pl-PL" sz="1600" dirty="0"/>
              <a:t>Posortuj dane rosnąco</a:t>
            </a:r>
          </a:p>
        </p:txBody>
      </p:sp>
      <p:graphicFrame>
        <p:nvGraphicFramePr>
          <p:cNvPr id="5" name="Tabela 4">
            <a:extLst>
              <a:ext uri="{FF2B5EF4-FFF2-40B4-BE49-F238E27FC236}">
                <a16:creationId xmlns:a16="http://schemas.microsoft.com/office/drawing/2014/main" id="{56238242-BECB-3D6B-8F56-0383211BE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2879527"/>
              </p:ext>
            </p:extLst>
          </p:nvPr>
        </p:nvGraphicFramePr>
        <p:xfrm>
          <a:off x="3911600" y="1729364"/>
          <a:ext cx="43688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20047">
                  <a:extLst>
                    <a:ext uri="{9D8B030D-6E8A-4147-A177-3AD203B41FA5}">
                      <a16:colId xmlns:a16="http://schemas.microsoft.com/office/drawing/2014/main" val="370320287"/>
                    </a:ext>
                  </a:extLst>
                </a:gridCol>
                <a:gridCol w="2348753">
                  <a:extLst>
                    <a:ext uri="{9D8B030D-6E8A-4147-A177-3AD203B41FA5}">
                      <a16:colId xmlns:a16="http://schemas.microsoft.com/office/drawing/2014/main" val="9065641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sz="1400" b="1" i="1" dirty="0"/>
                        <a:t>Nr porządkowy awarii (i)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b="1" i="1" dirty="0"/>
                        <a:t>Czas do awarii T</a:t>
                      </a:r>
                      <a:r>
                        <a:rPr lang="pl-PL" sz="1400" b="1" i="1" baseline="-25000" dirty="0"/>
                        <a:t>i</a:t>
                      </a:r>
                      <a:r>
                        <a:rPr lang="pl-PL" sz="1400" b="1" i="1" dirty="0"/>
                        <a:t> (miesiące)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1477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9374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678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6302937"/>
                  </a:ext>
                </a:extLst>
              </a:tr>
            </a:tbl>
          </a:graphicData>
        </a:graphic>
      </p:graphicFrame>
      <p:sp>
        <p:nvSpPr>
          <p:cNvPr id="7" name="pole tekstowe 6">
            <a:extLst>
              <a:ext uri="{FF2B5EF4-FFF2-40B4-BE49-F238E27FC236}">
                <a16:creationId xmlns:a16="http://schemas.microsoft.com/office/drawing/2014/main" id="{5E8650E1-5D72-C372-811E-C5C13EFAAFA1}"/>
              </a:ext>
            </a:extLst>
          </p:cNvPr>
          <p:cNvSpPr txBox="1"/>
          <p:nvPr/>
        </p:nvSpPr>
        <p:spPr>
          <a:xfrm>
            <a:off x="642731" y="3686428"/>
            <a:ext cx="10975528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3"/>
            </a:pPr>
            <a:r>
              <a:rPr lang="pl-PL" sz="1600" dirty="0"/>
              <a:t>Oblicz empiryczne prawdopodobieństwo awarii</a:t>
            </a:r>
          </a:p>
          <a:p>
            <a:pPr marL="342900" indent="-342900">
              <a:buAutoNum type="arabicPeriod" startAt="3"/>
            </a:pPr>
            <a:endParaRPr lang="pl-PL" sz="16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E672FD7-ADF1-8239-DF05-0016DAA5ABB8}"/>
                  </a:ext>
                </a:extLst>
              </p:cNvPr>
              <p:cNvSpPr txBox="1"/>
              <p:nvPr/>
            </p:nvSpPr>
            <p:spPr>
              <a:xfrm>
                <a:off x="1090706" y="4113132"/>
                <a:ext cx="1262012" cy="5497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−0,3</m:t>
                          </m:r>
                        </m:num>
                        <m:den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+0,4</m:t>
                          </m:r>
                        </m:den>
                      </m:f>
                    </m:oMath>
                  </m:oMathPara>
                </a14:m>
                <a:endParaRPr lang="pl-PL" dirty="0"/>
              </a:p>
            </p:txBody>
          </p:sp>
        </mc:Choice>
        <mc:Fallback xmlns="">
          <p:sp>
            <p:nvSpPr>
              <p:cNvPr id="9" name="pole tekstowe 8">
                <a:extLst>
                  <a:ext uri="{FF2B5EF4-FFF2-40B4-BE49-F238E27FC236}">
                    <a16:creationId xmlns:a16="http://schemas.microsoft.com/office/drawing/2014/main" id="{5E672FD7-ADF1-8239-DF05-0016DAA5AB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90706" y="4113132"/>
                <a:ext cx="1262012" cy="54970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pole tekstowe 10">
            <a:extLst>
              <a:ext uri="{FF2B5EF4-FFF2-40B4-BE49-F238E27FC236}">
                <a16:creationId xmlns:a16="http://schemas.microsoft.com/office/drawing/2014/main" id="{16CC866B-1FF0-D7C5-5833-D18FC62F24DC}"/>
              </a:ext>
            </a:extLst>
          </p:cNvPr>
          <p:cNvSpPr txBox="1"/>
          <p:nvPr/>
        </p:nvSpPr>
        <p:spPr>
          <a:xfrm>
            <a:off x="2240494" y="4811834"/>
            <a:ext cx="6438023" cy="1097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400" dirty="0"/>
              <a:t>gdzie:</a:t>
            </a:r>
          </a:p>
          <a:p>
            <a:r>
              <a:rPr lang="pl-PL" sz="1400" i="1" dirty="0"/>
              <a:t>i</a:t>
            </a:r>
            <a:r>
              <a:rPr lang="pl-PL" sz="1400" dirty="0"/>
              <a:t> - numer porządkowy w posortowanej liście (1,2,3…)</a:t>
            </a:r>
          </a:p>
          <a:p>
            <a:r>
              <a:rPr lang="pl-PL" sz="1400" i="1" dirty="0"/>
              <a:t>n</a:t>
            </a:r>
            <a:r>
              <a:rPr lang="pl-PL" sz="1400" dirty="0"/>
              <a:t> – liczba wszystkich pozycji na liście (dla przykładu powyżej = 3)</a:t>
            </a:r>
          </a:p>
          <a:p>
            <a:pPr marL="342900" indent="-342900">
              <a:buFont typeface="+mj-lt"/>
              <a:buAutoNum type="arabicPeriod" startAt="3"/>
            </a:pPr>
            <a:endParaRPr lang="pl-PL" sz="1400" dirty="0"/>
          </a:p>
          <a:p>
            <a:pPr marL="342900" indent="-342900">
              <a:buAutoNum type="arabicPeriod" startAt="3"/>
            </a:pPr>
            <a:endParaRPr lang="pl-PL" sz="1400" baseline="-25000" dirty="0"/>
          </a:p>
        </p:txBody>
      </p:sp>
    </p:spTree>
    <p:extLst>
      <p:ext uri="{BB962C8B-B14F-4D97-AF65-F5344CB8AC3E}">
        <p14:creationId xmlns:p14="http://schemas.microsoft.com/office/powerpoint/2010/main" val="828552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810443-84FE-CA6D-F55F-63FDCBB34C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3862EAA4-FF5B-ACC8-CB6C-9231B612D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9</a:t>
            </a:fld>
            <a:endParaRPr lang="pl-PL" noProof="0"/>
          </a:p>
        </p:txBody>
      </p:sp>
      <p:sp>
        <p:nvSpPr>
          <p:cNvPr id="13" name="Symbol zastępczy tekstu 4">
            <a:extLst>
              <a:ext uri="{FF2B5EF4-FFF2-40B4-BE49-F238E27FC236}">
                <a16:creationId xmlns:a16="http://schemas.microsoft.com/office/drawing/2014/main" id="{21782A02-D644-65D1-64D4-62560230CFF3}"/>
              </a:ext>
            </a:extLst>
          </p:cNvPr>
          <p:cNvSpPr txBox="1">
            <a:spLocks/>
          </p:cNvSpPr>
          <p:nvPr/>
        </p:nvSpPr>
        <p:spPr>
          <a:xfrm>
            <a:off x="824753" y="832471"/>
            <a:ext cx="10542494" cy="4465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pl-PL" kern="0" spc="0" dirty="0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3512F24-5AB6-ED98-5113-200AFCFEE01B}"/>
              </a:ext>
            </a:extLst>
          </p:cNvPr>
          <p:cNvSpPr txBox="1"/>
          <p:nvPr/>
        </p:nvSpPr>
        <p:spPr>
          <a:xfrm>
            <a:off x="714448" y="674287"/>
            <a:ext cx="10975528" cy="502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4"/>
            </a:pPr>
            <a:r>
              <a:rPr lang="pl-PL" sz="1600" dirty="0"/>
              <a:t>Obliczyć transformacje </a:t>
            </a:r>
            <a:r>
              <a:rPr lang="pl-PL" sz="1600" dirty="0" err="1"/>
              <a:t>Weibulla</a:t>
            </a:r>
            <a:r>
              <a:rPr lang="pl-PL" sz="1600" dirty="0"/>
              <a:t> (dane X i Y to współrzędne do stworzenia wykresu)</a:t>
            </a:r>
          </a:p>
          <a:p>
            <a:pPr marL="342900" indent="-342900">
              <a:buAutoNum type="arabicPeriod" startAt="4"/>
            </a:pPr>
            <a:endParaRPr lang="pl-PL" sz="1600" baseline="-25000" dirty="0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A398C41B-56FB-6CBF-79D4-D6EF9A8AB4B1}"/>
              </a:ext>
            </a:extLst>
          </p:cNvPr>
          <p:cNvSpPr txBox="1"/>
          <p:nvPr/>
        </p:nvSpPr>
        <p:spPr>
          <a:xfrm>
            <a:off x="714448" y="4766622"/>
            <a:ext cx="10322469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l-PL" sz="1600" dirty="0"/>
              <a:t>	Współczynniki </a:t>
            </a:r>
            <a:r>
              <a:rPr lang="el-GR" sz="1600" dirty="0"/>
              <a:t>η </a:t>
            </a:r>
            <a:r>
              <a:rPr lang="pl-PL" sz="1600" dirty="0"/>
              <a:t>oraz </a:t>
            </a:r>
            <a:r>
              <a:rPr lang="el-GR" sz="1600" dirty="0"/>
              <a:t>β</a:t>
            </a:r>
            <a:r>
              <a:rPr lang="pl-PL" sz="1600" dirty="0"/>
              <a:t>, dla maksymalnej dokładności planowania, powinno się obliczyć </a:t>
            </a:r>
            <a:r>
              <a:rPr lang="pl-PL" sz="1600" b="1" dirty="0"/>
              <a:t>dla każdej części zamiennej oddzielnie</a:t>
            </a:r>
            <a:r>
              <a:rPr lang="pl-PL" sz="1600" dirty="0"/>
              <a:t>. Dla zgrubnego planowania można wykonać obliczenia dla całego modelu urządzeń np. obliczyć współczynniki dla wszystkich silników w modelu Blanc lub uśrednić parametry dla tej samej części w różnych modelach tego samego typu np. silników w jednostkach ściennych </a:t>
            </a:r>
            <a:r>
              <a:rPr lang="pl-PL" sz="1600" dirty="0" err="1"/>
              <a:t>split</a:t>
            </a:r>
            <a:r>
              <a:rPr lang="pl-PL" sz="1600" dirty="0"/>
              <a:t>.</a:t>
            </a:r>
          </a:p>
          <a:p>
            <a:pPr marL="342900" indent="-342900" algn="just">
              <a:buAutoNum type="arabicPeriod" startAt="3"/>
            </a:pPr>
            <a:endParaRPr lang="pl-PL" sz="16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435DEEA-EB39-C2AC-C66D-08031199B230}"/>
                  </a:ext>
                </a:extLst>
              </p:cNvPr>
              <p:cNvSpPr txBox="1"/>
              <p:nvPr/>
            </p:nvSpPr>
            <p:spPr>
              <a:xfrm>
                <a:off x="1174376" y="1089785"/>
                <a:ext cx="107978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l-PL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⁡(</m:t>
                      </m:r>
                      <m:sSub>
                        <m:sSubPr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pl-PL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 xmlns="">
          <p:sp>
            <p:nvSpPr>
              <p:cNvPr id="3" name="pole tekstowe 2">
                <a:extLst>
                  <a:ext uri="{FF2B5EF4-FFF2-40B4-BE49-F238E27FC236}">
                    <a16:creationId xmlns:a16="http://schemas.microsoft.com/office/drawing/2014/main" id="{3435DEEA-EB39-C2AC-C66D-08031199B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376" y="1089785"/>
                <a:ext cx="1079783" cy="276999"/>
              </a:xfrm>
              <a:prstGeom prst="rect">
                <a:avLst/>
              </a:prstGeom>
              <a:blipFill>
                <a:blip r:embed="rId2"/>
                <a:stretch>
                  <a:fillRect l="-5085" t="-2222" r="-7910" b="-35556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747240C-B2E8-6A47-1849-680A73DFC77C}"/>
                  </a:ext>
                </a:extLst>
              </p:cNvPr>
              <p:cNvSpPr txBox="1"/>
              <p:nvPr/>
            </p:nvSpPr>
            <p:spPr>
              <a:xfrm>
                <a:off x="1174376" y="1391016"/>
                <a:ext cx="207082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pl-PL" b="0" i="0" smtClean="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⁡(−</m:t>
                      </m:r>
                      <m:func>
                        <m:funcPr>
                          <m:ctrlPr>
                            <a:rPr lang="pl-PL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pl-PL" b="0" i="0" smtClean="0">
                              <a:latin typeface="Cambria Math" panose="02040503050406030204" pitchFamily="18" charset="0"/>
                            </a:rPr>
                            <m:t>ln</m:t>
                          </m:r>
                        </m:fName>
                        <m:e>
                          <m:d>
                            <m:dPr>
                              <m:ctrlP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l-PL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pl-PL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l-PL" b="0" i="1" smtClean="0">
                                      <a:latin typeface="Cambria Math" panose="02040503050406030204" pitchFamily="18" charset="0"/>
                                    </a:rPr>
                                    <m:t>𝐹</m:t>
                                  </m:r>
                                </m:e>
                                <m:sub>
                                  <m:r>
                                    <a:rPr lang="pl-PL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</m:func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 xmlns="">
          <p:sp>
            <p:nvSpPr>
              <p:cNvPr id="6" name="pole tekstowe 5">
                <a:extLst>
                  <a:ext uri="{FF2B5EF4-FFF2-40B4-BE49-F238E27FC236}">
                    <a16:creationId xmlns:a16="http://schemas.microsoft.com/office/drawing/2014/main" id="{7747240C-B2E8-6A47-1849-680A73DFC7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376" y="1391016"/>
                <a:ext cx="2070823" cy="276999"/>
              </a:xfrm>
              <a:prstGeom prst="rect">
                <a:avLst/>
              </a:prstGeom>
              <a:blipFill>
                <a:blip r:embed="rId3"/>
                <a:stretch>
                  <a:fillRect l="-2360" t="-2174" r="-4130" b="-32609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pole tekstowe 7">
            <a:extLst>
              <a:ext uri="{FF2B5EF4-FFF2-40B4-BE49-F238E27FC236}">
                <a16:creationId xmlns:a16="http://schemas.microsoft.com/office/drawing/2014/main" id="{BFE37CBB-405A-669C-A697-9244C48D3165}"/>
              </a:ext>
            </a:extLst>
          </p:cNvPr>
          <p:cNvSpPr txBox="1"/>
          <p:nvPr/>
        </p:nvSpPr>
        <p:spPr>
          <a:xfrm>
            <a:off x="714448" y="1758050"/>
            <a:ext cx="109755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 startAt="5"/>
            </a:pPr>
            <a:r>
              <a:rPr lang="pl-PL" sz="1600" dirty="0"/>
              <a:t>Przedstaw dane X, Y w formie tabelarycznej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pl-PL" sz="1600" dirty="0"/>
              <a:t>Wstaw wykres punktowy XY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pl-PL" sz="1600" dirty="0"/>
              <a:t>Dodaj linię trendu liniowego do wykresu (prawy przycisk myszy + „Dodaj linię trendu”)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pl-PL" sz="1600" dirty="0"/>
              <a:t>Zaznacz opcję „Pokaż równanie na wykresie”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pl-PL" sz="1600" dirty="0"/>
              <a:t>Równanie ma formę </a:t>
            </a:r>
            <a:r>
              <a:rPr lang="pl-PL" sz="1600" i="1" dirty="0"/>
              <a:t>Y=</a:t>
            </a:r>
            <a:r>
              <a:rPr lang="pl-PL" sz="1600" b="1" i="1" dirty="0" err="1"/>
              <a:t>a</a:t>
            </a:r>
            <a:r>
              <a:rPr lang="pl-PL" sz="1600" i="1" dirty="0" err="1"/>
              <a:t>X+</a:t>
            </a:r>
            <a:r>
              <a:rPr lang="pl-PL" sz="1600" b="1" i="1" dirty="0" err="1"/>
              <a:t>b</a:t>
            </a:r>
            <a:r>
              <a:rPr lang="pl-PL" sz="1600" i="1" dirty="0"/>
              <a:t>. </a:t>
            </a:r>
            <a:r>
              <a:rPr lang="pl-PL" sz="1600" dirty="0"/>
              <a:t>Odczytujemy wartość a oraz b.</a:t>
            </a:r>
          </a:p>
          <a:p>
            <a:pPr marL="342900" indent="-342900">
              <a:buFont typeface="+mj-lt"/>
              <a:buAutoNum type="arabicPeriod" startAt="5"/>
            </a:pPr>
            <a:r>
              <a:rPr lang="pl-PL" sz="1600" dirty="0"/>
              <a:t>Obliczamy parametry </a:t>
            </a:r>
            <a:r>
              <a:rPr lang="el-GR" sz="1600" dirty="0"/>
              <a:t>η </a:t>
            </a:r>
            <a:r>
              <a:rPr lang="pl-PL" sz="1600" dirty="0"/>
              <a:t>oraz </a:t>
            </a:r>
            <a:r>
              <a:rPr lang="el-GR" sz="1600" dirty="0"/>
              <a:t>β</a:t>
            </a:r>
            <a:r>
              <a:rPr lang="pl-PL" sz="1600" dirty="0"/>
              <a:t>:</a:t>
            </a:r>
            <a:endParaRPr lang="pl-PL" sz="1600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820FAFA-B174-5F12-4E73-BDF8A1ADFC84}"/>
                  </a:ext>
                </a:extLst>
              </p:cNvPr>
              <p:cNvSpPr txBox="1"/>
              <p:nvPr/>
            </p:nvSpPr>
            <p:spPr>
              <a:xfrm>
                <a:off x="1130004" y="3547268"/>
                <a:ext cx="61157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dirty="0" smtClean="0"/>
                        <m:t>β</m:t>
                      </m:r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b="0" i="1" smtClean="0">
                          <a:latin typeface="Cambria Math" panose="02040503050406030204" pitchFamily="18" charset="0"/>
                        </a:rPr>
                        <m:t>𝑎</m:t>
                      </m:r>
                    </m:oMath>
                  </m:oMathPara>
                </a14:m>
                <a:endParaRPr lang="pl-PL" dirty="0"/>
              </a:p>
            </p:txBody>
          </p:sp>
        </mc:Choice>
        <mc:Fallback xmlns="">
          <p:sp>
            <p:nvSpPr>
              <p:cNvPr id="10" name="pole tekstowe 9">
                <a:extLst>
                  <a:ext uri="{FF2B5EF4-FFF2-40B4-BE49-F238E27FC236}">
                    <a16:creationId xmlns:a16="http://schemas.microsoft.com/office/drawing/2014/main" id="{3820FAFA-B174-5F12-4E73-BDF8A1ADFC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0004" y="3547268"/>
                <a:ext cx="611578" cy="276999"/>
              </a:xfrm>
              <a:prstGeom prst="rect">
                <a:avLst/>
              </a:prstGeom>
              <a:blipFill>
                <a:blip r:embed="rId4"/>
                <a:stretch>
                  <a:fillRect l="-11881" r="-3960" b="-31111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0524E2EC-9DD4-B02A-A9D7-A2ED8851C5FC}"/>
                  </a:ext>
                </a:extLst>
              </p:cNvPr>
              <p:cNvSpPr txBox="1"/>
              <p:nvPr/>
            </p:nvSpPr>
            <p:spPr>
              <a:xfrm>
                <a:off x="1174376" y="3881084"/>
                <a:ext cx="743280" cy="3938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l-GR" dirty="0"/>
                  <a:t>η </a:t>
                </a:r>
                <a14:m>
                  <m:oMath xmlns:m="http://schemas.openxmlformats.org/officeDocument/2006/math">
                    <m:r>
                      <a:rPr lang="pl-PL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pl-PL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l-PL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f>
                          <m:fPr>
                            <m:ctrlPr>
                              <a:rPr lang="pl-PL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pl-PL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pl-PL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pl-PL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sup>
                    </m:sSup>
                  </m:oMath>
                </a14:m>
                <a:endParaRPr lang="pl-PL" dirty="0"/>
              </a:p>
            </p:txBody>
          </p:sp>
        </mc:Choice>
        <mc:Fallback xmlns="">
          <p:sp>
            <p:nvSpPr>
              <p:cNvPr id="15" name="pole tekstowe 14">
                <a:extLst>
                  <a:ext uri="{FF2B5EF4-FFF2-40B4-BE49-F238E27FC236}">
                    <a16:creationId xmlns:a16="http://schemas.microsoft.com/office/drawing/2014/main" id="{0524E2EC-9DD4-B02A-A9D7-A2ED8851C5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376" y="3881084"/>
                <a:ext cx="743280" cy="393890"/>
              </a:xfrm>
              <a:prstGeom prst="rect">
                <a:avLst/>
              </a:prstGeom>
              <a:blipFill>
                <a:blip r:embed="rId5"/>
                <a:stretch>
                  <a:fillRect l="-19672" b="-35938"/>
                </a:stretch>
              </a:blipFill>
            </p:spPr>
            <p:txBody>
              <a:bodyPr/>
              <a:lstStyle/>
              <a:p>
                <a:r>
                  <a:rPr lang="pl-P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49603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D6928E-E2D6-60F7-B20C-8305A5674B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E47298A1-A147-09D4-E96A-8427196D4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10</a:t>
            </a:fld>
            <a:endParaRPr lang="pl-PL" noProof="0"/>
          </a:p>
        </p:txBody>
      </p:sp>
      <p:sp>
        <p:nvSpPr>
          <p:cNvPr id="13" name="Symbol zastępczy tekstu 4">
            <a:extLst>
              <a:ext uri="{FF2B5EF4-FFF2-40B4-BE49-F238E27FC236}">
                <a16:creationId xmlns:a16="http://schemas.microsoft.com/office/drawing/2014/main" id="{B4451AEB-2B5F-F774-48CF-1A4A19B15F53}"/>
              </a:ext>
            </a:extLst>
          </p:cNvPr>
          <p:cNvSpPr txBox="1">
            <a:spLocks/>
          </p:cNvSpPr>
          <p:nvPr/>
        </p:nvSpPr>
        <p:spPr>
          <a:xfrm>
            <a:off x="824753" y="832471"/>
            <a:ext cx="10542494" cy="44656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 spc="3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pl-PL" kern="0" spc="0" dirty="0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25A56229-F3E6-616A-A3C7-6DAD3F5DDFE9}"/>
              </a:ext>
            </a:extLst>
          </p:cNvPr>
          <p:cNvSpPr txBox="1"/>
          <p:nvPr/>
        </p:nvSpPr>
        <p:spPr>
          <a:xfrm>
            <a:off x="573741" y="557268"/>
            <a:ext cx="476025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sz="1600" b="1" u="sng" dirty="0"/>
              <a:t>Wnioski z wykresu i obliczonych parametrów:</a:t>
            </a:r>
            <a:endParaRPr lang="pl-PL" sz="1600" b="1" u="sng" baseline="-25000" dirty="0"/>
          </a:p>
        </p:txBody>
      </p:sp>
      <p:sp>
        <p:nvSpPr>
          <p:cNvPr id="24" name="pole tekstowe 23">
            <a:extLst>
              <a:ext uri="{FF2B5EF4-FFF2-40B4-BE49-F238E27FC236}">
                <a16:creationId xmlns:a16="http://schemas.microsoft.com/office/drawing/2014/main" id="{113943D5-BCA7-68DD-42BF-B6F46AB85E0E}"/>
              </a:ext>
            </a:extLst>
          </p:cNvPr>
          <p:cNvSpPr txBox="1"/>
          <p:nvPr/>
        </p:nvSpPr>
        <p:spPr>
          <a:xfrm>
            <a:off x="1261033" y="3429000"/>
            <a:ext cx="942463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l-PL" sz="1600" b="1" dirty="0"/>
              <a:t>Nachylenie linii regresji β – rodzaj awarii: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sz="1600" dirty="0"/>
              <a:t>β &lt; 1 → </a:t>
            </a:r>
            <a:r>
              <a:rPr lang="pl-PL" sz="1600" b="1" dirty="0"/>
              <a:t>awarie losowe</a:t>
            </a:r>
            <a:r>
              <a:rPr lang="pl-PL" sz="1600" dirty="0"/>
              <a:t> (np. wady produkcyjne),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sz="1600" dirty="0"/>
              <a:t>β = 1 → </a:t>
            </a:r>
            <a:r>
              <a:rPr lang="pl-PL" sz="1600" b="1" dirty="0"/>
              <a:t>stała awaryjność</a:t>
            </a:r>
            <a:r>
              <a:rPr lang="pl-PL" sz="1600" dirty="0"/>
              <a:t> (rozkład wykładniczy),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pl-PL" sz="1600" dirty="0"/>
              <a:t>β &gt; 1 → </a:t>
            </a:r>
            <a:r>
              <a:rPr lang="pl-PL" sz="1600" b="1" dirty="0"/>
              <a:t>starzenie się/wzrost awaryjności</a:t>
            </a:r>
            <a:r>
              <a:rPr lang="pl-PL" sz="1600" dirty="0"/>
              <a:t> (typowe dla części zużywalnych).</a:t>
            </a:r>
          </a:p>
        </p:txBody>
      </p:sp>
      <p:graphicFrame>
        <p:nvGraphicFramePr>
          <p:cNvPr id="27" name="Tabela 26">
            <a:extLst>
              <a:ext uri="{FF2B5EF4-FFF2-40B4-BE49-F238E27FC236}">
                <a16:creationId xmlns:a16="http://schemas.microsoft.com/office/drawing/2014/main" id="{1EFA0A9E-14E2-5D1C-C5ED-CA501C02A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8914133"/>
              </p:ext>
            </p:extLst>
          </p:nvPr>
        </p:nvGraphicFramePr>
        <p:xfrm>
          <a:off x="1323786" y="1171025"/>
          <a:ext cx="8779437" cy="177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0330">
                  <a:extLst>
                    <a:ext uri="{9D8B030D-6E8A-4147-A177-3AD203B41FA5}">
                      <a16:colId xmlns:a16="http://schemas.microsoft.com/office/drawing/2014/main" val="272279327"/>
                    </a:ext>
                  </a:extLst>
                </a:gridCol>
                <a:gridCol w="3330495">
                  <a:extLst>
                    <a:ext uri="{9D8B030D-6E8A-4147-A177-3AD203B41FA5}">
                      <a16:colId xmlns:a16="http://schemas.microsoft.com/office/drawing/2014/main" val="884274122"/>
                    </a:ext>
                  </a:extLst>
                </a:gridCol>
                <a:gridCol w="3908612">
                  <a:extLst>
                    <a:ext uri="{9D8B030D-6E8A-4147-A177-3AD203B41FA5}">
                      <a16:colId xmlns:a16="http://schemas.microsoft.com/office/drawing/2014/main" val="4534401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l-PL" sz="1400" b="1" dirty="0"/>
                        <a:t>Element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b="1" dirty="0"/>
                        <a:t>Co oznacza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b="1" dirty="0"/>
                        <a:t>Co z tego wynika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5278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sz="1400" dirty="0"/>
                        <a:t>β</a:t>
                      </a:r>
                      <a:r>
                        <a:rPr lang="pl-PL" sz="1400" dirty="0"/>
                        <a:t> (nachylenie)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Czy część się zużywa, czy psuje losowo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Jak często wymieniać element i ile czasu przechowywać w magazynie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6013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l-GR" sz="1400" b="0" dirty="0"/>
                        <a:t>η</a:t>
                      </a:r>
                      <a:r>
                        <a:rPr lang="pl-PL" sz="1400" b="0" dirty="0"/>
                        <a:t> (skala)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Czas, po którym prawdopodobieństwo wystąpienia awarii wyniesie 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Planowanie wymian, zapasów, gwarancji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7353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400" dirty="0"/>
                        <a:t>Rozrzut punktów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Jakość dopasowania do modelu </a:t>
                      </a:r>
                      <a:r>
                        <a:rPr lang="pl-PL" sz="1400" dirty="0" err="1"/>
                        <a:t>Weibulla</a:t>
                      </a:r>
                      <a:endParaRPr lang="pl-PL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Wiarygodność modelu i danych wsadowych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54163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04392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182666C-5BD4-C4EF-AF3F-6B6E7530D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11</a:t>
            </a:fld>
            <a:endParaRPr lang="pl-PL" noProof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C39A3A60-C619-9DC1-9319-02AFC0F712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426" y="365931"/>
            <a:ext cx="11161644" cy="20928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Przykład interpretacji – obliczenia awaryjności dla Blanc PRO 3,5 kW AGBP-09NXD0-I: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pl-PL" altLang="pl-PL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Pierwsza awaria wystąpiła w czerwcu 2023 r. wiec mamy do dyspoz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ycji dane z 2 lat (niepełny okres gwarancyjny).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Wykres pokazuje prostą linię z której obliczono β = 0,86 i η = 11 miesięcy.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Awaryjność całkowita modelu wynosi 0,7% (29 awarii na 4 050 urządzeń)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Awaryjność PCB w modelu wynosi 0,27% (11 awarii na 4 050 urządzeń)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0" name="Wykres 9">
            <a:extLst>
              <a:ext uri="{FF2B5EF4-FFF2-40B4-BE49-F238E27FC236}">
                <a16:creationId xmlns:a16="http://schemas.microsoft.com/office/drawing/2014/main" id="{70C3CBB5-1126-B6DF-8965-A74B43FA642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72744644"/>
              </p:ext>
            </p:extLst>
          </p:nvPr>
        </p:nvGraphicFramePr>
        <p:xfrm>
          <a:off x="7620000" y="3578536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2" name="pole tekstowe 11">
            <a:extLst>
              <a:ext uri="{FF2B5EF4-FFF2-40B4-BE49-F238E27FC236}">
                <a16:creationId xmlns:a16="http://schemas.microsoft.com/office/drawing/2014/main" id="{A4EEA87F-9C01-39EE-1298-B3EB40243562}"/>
              </a:ext>
            </a:extLst>
          </p:cNvPr>
          <p:cNvSpPr txBox="1"/>
          <p:nvPr/>
        </p:nvSpPr>
        <p:spPr>
          <a:xfrm>
            <a:off x="631426" y="4191047"/>
            <a:ext cx="6096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Zmieniając horyzont czasowy mogę szacować ile PCB do tego modelu będę potrzebowała na różne okresy czasu: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szt. na pierwsze 3 miesiące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szt. na pierwszych 6 miesięcy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7 szt. w ciągu pierwszego roku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 szt. w ciągu pierwszych 2 lat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l-PL" altLang="pl-P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Realne WZ/SER to potwierdzają bo w nieco ponad 2 lata wydaliśmy 11 sztuk.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l-PL" altLang="pl-P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pl-PL" altLang="pl-P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3" name="Rectangle 2">
            <a:extLst>
              <a:ext uri="{FF2B5EF4-FFF2-40B4-BE49-F238E27FC236}">
                <a16:creationId xmlns:a16="http://schemas.microsoft.com/office/drawing/2014/main" id="{25250F5C-2726-1210-98D8-DECDFE3A2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426" y="2032871"/>
            <a:ext cx="11161644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Wnioski:</a:t>
            </a:r>
            <a:endParaRPr kumimoji="0" lang="pl-PL" altLang="pl-PL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Żaden z punktów na wykresie nie odbiega znacznie od linii trendu co oznacza, że awarie 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przystają do statystyki, czyli instalatorzy raczej nie oszukiwali ;)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Płyta sterująca </a:t>
            </a:r>
            <a:r>
              <a:rPr kumimoji="0" lang="pl-PL" altLang="pl-PL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ulega awarii </a:t>
            </a:r>
            <a:r>
              <a:rPr kumimoji="0" lang="pl-PL" altLang="pl-PL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losowo </a:t>
            </a:r>
            <a:r>
              <a:rPr kumimoji="0" lang="pl-PL" altLang="pl-PL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(nie jest to element 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eksploatacyjny) </a:t>
            </a: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 (β </a:t>
            </a:r>
            <a:r>
              <a:rPr lang="pl-PL" sz="1600" dirty="0"/>
              <a:t>&lt;</a:t>
            </a: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1),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 </a:t>
            </a:r>
            <a:r>
              <a:rPr kumimoji="0" lang="pl-PL" altLang="pl-PL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11 miesiącach</a:t>
            </a: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prawdopodobieństwo awarii 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płyty sterującej </a:t>
            </a: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osiąga 63%,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 3 miesiącach prawdopodobieństwo wystąpienia awarii płyty wynosi 28% itd.</a:t>
            </a:r>
            <a:endParaRPr kumimoji="0" lang="pl-PL" altLang="pl-P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Warto zaplanować wymianę lub zapewnić pewien zapas części w magazynie po 11 miesiącach.</a:t>
            </a:r>
          </a:p>
        </p:txBody>
      </p:sp>
    </p:spTree>
    <p:extLst>
      <p:ext uri="{BB962C8B-B14F-4D97-AF65-F5344CB8AC3E}">
        <p14:creationId xmlns:p14="http://schemas.microsoft.com/office/powerpoint/2010/main" val="1484654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6EA3E68A-6062-C088-A4C2-72EEF784E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12</a:t>
            </a:fld>
            <a:endParaRPr lang="pl-PL" noProof="0"/>
          </a:p>
        </p:txBody>
      </p:sp>
      <p:graphicFrame>
        <p:nvGraphicFramePr>
          <p:cNvPr id="6" name="Wykres 5">
            <a:extLst>
              <a:ext uri="{FF2B5EF4-FFF2-40B4-BE49-F238E27FC236}">
                <a16:creationId xmlns:a16="http://schemas.microsoft.com/office/drawing/2014/main" id="{5BA72C57-D7A9-FB0E-E9BC-3CCE60276EF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7712735"/>
              </p:ext>
            </p:extLst>
          </p:nvPr>
        </p:nvGraphicFramePr>
        <p:xfrm>
          <a:off x="304800" y="780790"/>
          <a:ext cx="45720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F1625A60-9926-EC8F-F546-2EA910DC3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780790"/>
            <a:ext cx="6884894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Silniki: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Wykres pokazuje prostą linię z której obliczono β = 0,79 i η = 8 miesięcy.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Awaryjność silników wynosi 0,17% (7 awarii na 4 050 urządzeń).</a:t>
            </a:r>
            <a:endParaRPr kumimoji="0" lang="pl-PL" altLang="pl-P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0D2078DD-01A8-148C-FC3F-E92BBB347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1858008"/>
            <a:ext cx="667246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Wnioski:</a:t>
            </a:r>
            <a:endParaRPr kumimoji="0" lang="pl-PL" altLang="pl-PL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Żaden z punktów na wykresie nie odbiega znacznie od linii trendu co oznacza, że awarie 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przystają do statystyki, czyli instalatorzy tu też raczej nie oszukiwali ;)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Silnik </a:t>
            </a:r>
            <a:r>
              <a:rPr kumimoji="0" lang="pl-PL" altLang="pl-PL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ulega awarii </a:t>
            </a:r>
            <a:r>
              <a:rPr kumimoji="0" lang="pl-PL" altLang="pl-PL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losowo </a:t>
            </a:r>
            <a:r>
              <a:rPr kumimoji="0" lang="pl-PL" altLang="pl-PL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(nie jest to element 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eksploatacyjny) </a:t>
            </a: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bo (β </a:t>
            </a:r>
            <a:r>
              <a:rPr lang="pl-PL" sz="1600" dirty="0"/>
              <a:t>&lt;</a:t>
            </a: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1),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 </a:t>
            </a:r>
            <a:r>
              <a:rPr kumimoji="0" lang="pl-PL" altLang="pl-PL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8 miesiącach</a:t>
            </a: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prawdopodobieństwo awarii 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silnika </a:t>
            </a: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osiągnęło 63%,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Warto zaplanować wymianę lub zapewnić pewien zapas części w magazynie po 8 miesiącach.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417C0B30-AECE-7715-3F58-EEF44A8B0D9C}"/>
              </a:ext>
            </a:extLst>
          </p:cNvPr>
          <p:cNvSpPr txBox="1"/>
          <p:nvPr/>
        </p:nvSpPr>
        <p:spPr>
          <a:xfrm>
            <a:off x="687748" y="4240393"/>
            <a:ext cx="1081650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pl-PL" altLang="pl-PL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Zmieniając horyzont czasowy mogę szacować ile PCB do tego modelu będę potrzebowała na różne okresy czasu: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2,6 szt. na pierwsze 3 miesiące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 szt. na pierwszych 6 miesięcy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szt. w ciągu pierwszego roku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6,5 szt. w ciągu pierwszych 2 lat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pl-PL" altLang="pl-P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Realne WZ/SER to potwierdzają bo w nieco ponad 2 lata wydaliśmy 7 sztuk.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pl-PL" altLang="pl-PL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pl-PL" altLang="pl-PL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23501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43786-3D47-5EE5-7C4C-945256BFC3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B18C1AEC-BD14-C94C-10A3-C46ECB6F6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145309"/>
            <a:ext cx="5735782" cy="2778859"/>
          </a:xfrm>
        </p:spPr>
        <p:txBody>
          <a:bodyPr rtlCol="0">
            <a:normAutofit/>
          </a:bodyPr>
          <a:lstStyle/>
          <a:p>
            <a:pPr rtl="0"/>
            <a:r>
              <a:rPr lang="pl-PL" sz="4400" noProof="1"/>
              <a:t>Zapotrzebowanie SPRZEDAŻOWE</a:t>
            </a:r>
          </a:p>
        </p:txBody>
      </p:sp>
      <p:pic>
        <p:nvPicPr>
          <p:cNvPr id="8" name="Obraz — symbol zastępczy 7" descr="zbliżenie kodu komputera">
            <a:extLst>
              <a:ext uri="{FF2B5EF4-FFF2-40B4-BE49-F238E27FC236}">
                <a16:creationId xmlns:a16="http://schemas.microsoft.com/office/drawing/2014/main" id="{E5499F78-5DEB-8BD7-2FF3-3F6A9EF5E7D3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2" name="Tekst — symbol zastępczy 1">
            <a:extLst>
              <a:ext uri="{FF2B5EF4-FFF2-40B4-BE49-F238E27FC236}">
                <a16:creationId xmlns:a16="http://schemas.microsoft.com/office/drawing/2014/main" id="{9D72B02A-FCE0-6FA8-84D2-EB23D5A54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02680" y="4393374"/>
            <a:ext cx="3606338" cy="365125"/>
          </a:xfrm>
        </p:spPr>
        <p:txBody>
          <a:bodyPr rtlCol="0"/>
          <a:lstStyle/>
          <a:p>
            <a:pPr rtl="0"/>
            <a:r>
              <a:rPr lang="pl-PL" noProof="1"/>
              <a:t>W oparciu o Analizę OFERT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E89BF0BB-516D-ED66-1A61-EC8FC8ED0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noProof="1" smtClean="0"/>
              <a:t>13</a:t>
            </a:fld>
            <a:endParaRPr lang="pl-PL" noProof="1"/>
          </a:p>
        </p:txBody>
      </p:sp>
    </p:spTree>
    <p:extLst>
      <p:ext uri="{BB962C8B-B14F-4D97-AF65-F5344CB8AC3E}">
        <p14:creationId xmlns:p14="http://schemas.microsoft.com/office/powerpoint/2010/main" val="2996695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537E20-6E27-8470-C73A-C8D3E9C33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8D19732C-C946-E590-E550-5F0F9BC45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14</a:t>
            </a:fld>
            <a:endParaRPr lang="pl-PL" noProof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FA49E26-95DD-78AE-5530-9005C1EF11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04" y="678221"/>
            <a:ext cx="10722372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Dane wsadowe: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pl-PL" altLang="pl-PL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Raport ofert na części zamienne wystawionych w Business Centra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 (data, nr części, ilość)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l-PL" altLang="pl-PL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Konwersja [%]: </a:t>
            </a:r>
            <a:r>
              <a:rPr kumimoji="0" lang="pl-PL" altLang="pl-PL" sz="16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= (ilość zrealizowanych zamówień / ilość </a:t>
            </a:r>
            <a:r>
              <a:rPr lang="pl-PL" altLang="pl-PL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ofert wystawionych na </a:t>
            </a:r>
            <a:r>
              <a:rPr kumimoji="0" lang="pl-PL" altLang="pl-PL" sz="16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części zamienne)*100%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9EEC89B-904E-75E8-9A4B-A0F1816396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04" y="3458646"/>
            <a:ext cx="9772114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Zapotrzebowanie na części zamienne dla sprzedaży: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16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 = ilość z ofert na </a:t>
            </a:r>
            <a:r>
              <a:rPr lang="pl-PL" altLang="pl-PL" sz="16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daną część </a:t>
            </a:r>
            <a:r>
              <a:rPr kumimoji="0" lang="pl-PL" altLang="pl-PL" sz="16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 konwersja</a:t>
            </a:r>
          </a:p>
        </p:txBody>
      </p:sp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795F59CA-9CD0-67D8-40E8-82181928E7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3915435"/>
              </p:ext>
            </p:extLst>
          </p:nvPr>
        </p:nvGraphicFramePr>
        <p:xfrm>
          <a:off x="1308261" y="4933094"/>
          <a:ext cx="8857715" cy="889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93248">
                  <a:extLst>
                    <a:ext uri="{9D8B030D-6E8A-4147-A177-3AD203B41FA5}">
                      <a16:colId xmlns:a16="http://schemas.microsoft.com/office/drawing/2014/main" val="631478633"/>
                    </a:ext>
                  </a:extLst>
                </a:gridCol>
                <a:gridCol w="2432794">
                  <a:extLst>
                    <a:ext uri="{9D8B030D-6E8A-4147-A177-3AD203B41FA5}">
                      <a16:colId xmlns:a16="http://schemas.microsoft.com/office/drawing/2014/main" val="842078722"/>
                    </a:ext>
                  </a:extLst>
                </a:gridCol>
                <a:gridCol w="1411320">
                  <a:extLst>
                    <a:ext uri="{9D8B030D-6E8A-4147-A177-3AD203B41FA5}">
                      <a16:colId xmlns:a16="http://schemas.microsoft.com/office/drawing/2014/main" val="1369086792"/>
                    </a:ext>
                  </a:extLst>
                </a:gridCol>
                <a:gridCol w="1308847">
                  <a:extLst>
                    <a:ext uri="{9D8B030D-6E8A-4147-A177-3AD203B41FA5}">
                      <a16:colId xmlns:a16="http://schemas.microsoft.com/office/drawing/2014/main" val="2719046172"/>
                    </a:ext>
                  </a:extLst>
                </a:gridCol>
                <a:gridCol w="2411506">
                  <a:extLst>
                    <a:ext uri="{9D8B030D-6E8A-4147-A177-3AD203B41FA5}">
                      <a16:colId xmlns:a16="http://schemas.microsoft.com/office/drawing/2014/main" val="21348406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l-PL" sz="1400" b="1" dirty="0"/>
                        <a:t>Nr części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400" b="1" dirty="0"/>
                        <a:t>Ilość z ofert w danym okresie (12 miesięcy)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400" b="1" dirty="0"/>
                        <a:t>Ilość w miesiącu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400" b="1" dirty="0"/>
                        <a:t>Konwersja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1400" b="1" dirty="0"/>
                        <a:t>Zapotrzebowanie miesięczne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9506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l-PL" sz="1400" dirty="0"/>
                        <a:t>ABC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100/12=8,3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l-PL" sz="1400" dirty="0"/>
                        <a:t>8,3*40% = 3 </a:t>
                      </a:r>
                      <a:r>
                        <a:rPr lang="pl-PL" sz="1400" dirty="0" err="1"/>
                        <a:t>szt</a:t>
                      </a:r>
                      <a:endParaRPr lang="pl-PL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383708"/>
                  </a:ext>
                </a:extLst>
              </a:tr>
            </a:tbl>
          </a:graphicData>
        </a:graphic>
      </p:graphicFrame>
      <p:sp>
        <p:nvSpPr>
          <p:cNvPr id="5" name="Rectangle 2">
            <a:extLst>
              <a:ext uri="{FF2B5EF4-FFF2-40B4-BE49-F238E27FC236}">
                <a16:creationId xmlns:a16="http://schemas.microsoft.com/office/drawing/2014/main" id="{689F09A9-D9A5-9138-71B9-018C6FC660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04" y="1878918"/>
            <a:ext cx="10838914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Założenia: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l-PL" altLang="pl-PL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Pierwsza analiza dotyczy danych ofertowych za min. ostatnich 12 miesięcy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l-PL" altLang="pl-PL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Dane z roku uśrednione do średniego zapotrzebowania miesięcznego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Jako minimum bezpieczeństwa przyjęty </a:t>
            </a:r>
            <a:r>
              <a:rPr lang="pl-PL" altLang="pl-PL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 3 miesiące (uwarunkowany terminem dostaw z fabryki)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l-PL" altLang="pl-PL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Interwał weryfikacji – 3 miesiące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pl-PL" altLang="pl-PL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14CBC6B-3382-6C26-A366-0AB7FA1BD5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04" y="4501343"/>
            <a:ext cx="1130137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Przykład:</a:t>
            </a:r>
            <a:endParaRPr kumimoji="0" lang="pl-PL" altLang="pl-PL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5980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D342E-516E-CC63-6744-1B74621CF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ytuł 2">
            <a:extLst>
              <a:ext uri="{FF2B5EF4-FFF2-40B4-BE49-F238E27FC236}">
                <a16:creationId xmlns:a16="http://schemas.microsoft.com/office/drawing/2014/main" id="{84AA3979-3067-5F78-55A6-85B6B61EF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1145309"/>
            <a:ext cx="5735782" cy="2778859"/>
          </a:xfrm>
        </p:spPr>
        <p:txBody>
          <a:bodyPr rtlCol="0">
            <a:normAutofit/>
          </a:bodyPr>
          <a:lstStyle/>
          <a:p>
            <a:pPr rtl="0"/>
            <a:r>
              <a:rPr lang="pl-PL" sz="4400" noProof="1"/>
              <a:t>CZĘŚCI DO NOWYCH PRODUKTÓW</a:t>
            </a:r>
          </a:p>
        </p:txBody>
      </p:sp>
      <p:pic>
        <p:nvPicPr>
          <p:cNvPr id="8" name="Obraz — symbol zastępczy 7" descr="zbliżenie kodu komputera">
            <a:extLst>
              <a:ext uri="{FF2B5EF4-FFF2-40B4-BE49-F238E27FC236}">
                <a16:creationId xmlns:a16="http://schemas.microsoft.com/office/drawing/2014/main" id="{42C905CD-0EE1-5F04-3A68-29E3B08845D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0370" r="20370"/>
          <a:stretch/>
        </p:blipFill>
        <p:spPr/>
      </p:pic>
      <p:sp>
        <p:nvSpPr>
          <p:cNvPr id="2" name="Tekst — symbol zastępczy 1">
            <a:extLst>
              <a:ext uri="{FF2B5EF4-FFF2-40B4-BE49-F238E27FC236}">
                <a16:creationId xmlns:a16="http://schemas.microsoft.com/office/drawing/2014/main" id="{AAD05A60-6CDE-8394-94DE-C8BC09C0C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02680" y="4393374"/>
            <a:ext cx="3606338" cy="365125"/>
          </a:xfrm>
        </p:spPr>
        <p:txBody>
          <a:bodyPr rtlCol="0"/>
          <a:lstStyle/>
          <a:p>
            <a:pPr rtl="0"/>
            <a:r>
              <a:rPr lang="pl-PL" noProof="1"/>
              <a:t>W OPARCIU O AWARYJNOŚĆ OGÓLNĄ</a:t>
            </a:r>
          </a:p>
        </p:txBody>
      </p:sp>
      <p:sp>
        <p:nvSpPr>
          <p:cNvPr id="6" name="Numer slajdu — symbol zastępczy 5">
            <a:extLst>
              <a:ext uri="{FF2B5EF4-FFF2-40B4-BE49-F238E27FC236}">
                <a16:creationId xmlns:a16="http://schemas.microsoft.com/office/drawing/2014/main" id="{36F13925-DAB8-371E-5CA2-3844B1F29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C2E478F-E849-4A8C-AF1F-CBCC78A7CBFA}" type="slidenum">
              <a:rPr lang="pl-PL" noProof="1" smtClean="0"/>
              <a:t>15</a:t>
            </a:fld>
            <a:endParaRPr lang="pl-PL" noProof="1"/>
          </a:p>
        </p:txBody>
      </p:sp>
    </p:spTree>
    <p:extLst>
      <p:ext uri="{BB962C8B-B14F-4D97-AF65-F5344CB8AC3E}">
        <p14:creationId xmlns:p14="http://schemas.microsoft.com/office/powerpoint/2010/main" val="24797490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F50430-A220-6B9D-F0DC-2C5DD7CB7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A9B92299-3652-71C6-9AA5-8EF363B32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16</a:t>
            </a:fld>
            <a:endParaRPr lang="pl-PL" noProof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FCD08841-D766-696C-225D-881D7D1845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04" y="743225"/>
            <a:ext cx="1072237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Dane wsadowe: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l-PL" altLang="pl-PL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Exploded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pl-PL" altLang="pl-PL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view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lista części dla nowego produktu (od producenta)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Dane o awaryjności od producenta lub ogólne dane o awaryjności danego rodzaju części zamiennej dla typu urządzenia = A [%]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Ilość urządzeń na stanie na podstawie harmonogramu zamówień = N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pl-PL" altLang="pl-PL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Ilość urządzeń 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 rynku, na gwarancji = N</a:t>
            </a:r>
            <a:r>
              <a:rPr lang="pl-PL" altLang="pl-PL" sz="1600" baseline="-25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endParaRPr kumimoji="0" lang="pl-PL" altLang="pl-PL" sz="1600" i="0" u="none" strike="noStrike" cap="none" normalizeH="0" baseline="-2500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1BB19F90-8B2E-E461-9B83-3C96D6B0B2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04" y="3116341"/>
            <a:ext cx="10838914" cy="13542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Założenia: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Jako minimum bezpieczeństwa przyjęty </a:t>
            </a:r>
            <a:r>
              <a:rPr lang="pl-PL" altLang="pl-PL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stock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 3 miesiące (uwarunkowany terminem dostaw z fabryki)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pl-PL" altLang="pl-PL" sz="16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Interwał weryfikacji – 3 miesiące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Dla nowego produktu na start zapewniamy stan części zamiennych do całego wolumenu pierwszego zamówienia</a:t>
            </a:r>
            <a:endParaRPr kumimoji="0" lang="pl-PL" altLang="pl-PL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endParaRPr kumimoji="0" lang="pl-PL" altLang="pl-PL" sz="16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2049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F3F33-A0FA-A530-7CDE-DB9E1378E9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DA776F2B-8110-2DB2-B3D5-56D1B015C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8C2E478F-E849-4A8C-AF1F-CBCC78A7CBFA}" type="slidenum">
              <a:rPr lang="pl-PL" noProof="0" smtClean="0"/>
              <a:t>17</a:t>
            </a:fld>
            <a:endParaRPr lang="pl-PL" noProof="0"/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0450FFED-A78D-CEFE-C7DB-FAF8758BE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02" y="823602"/>
            <a:ext cx="10838913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Zapotrzebowanie na części zamienne dla nowego produktu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(do pierwszego zamówienia/dostawy - uproszczone):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6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 = N</a:t>
            </a:r>
            <a:r>
              <a:rPr lang="pl-PL" altLang="pl-PL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pl-PL" altLang="pl-PL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 A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025D3DC-8267-4DF0-A115-DAC0397393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402" y="2953877"/>
            <a:ext cx="10543078" cy="1138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Zapotrzebowanie na części zamienne dla nowego produktu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(po kolejnych dostawach – z wykorzystaniem analizy </a:t>
            </a:r>
            <a:r>
              <a:rPr lang="pl-PL" altLang="pl-PL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Waybilla</a:t>
            </a:r>
            <a:r>
              <a:rPr lang="pl-PL" altLang="pl-PL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r>
              <a:rPr lang="pl-PL" altLang="pl-PL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l-PL" altLang="pl-PL" sz="160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l-PL" altLang="pl-PL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Z = N</a:t>
            </a:r>
            <a:r>
              <a:rPr kumimoji="0" lang="pl-PL" altLang="pl-PL" sz="2000" i="1" u="none" strike="noStrike" cap="none" normalizeH="0" baseline="-2500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pl-PL" altLang="pl-PL" sz="2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pl-PL" altLang="pl-PL" sz="20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 A x F(T)</a:t>
            </a:r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B2270875-391C-B4CF-0B48-62925BAE81C8}"/>
              </a:ext>
            </a:extLst>
          </p:cNvPr>
          <p:cNvSpPr txBox="1"/>
          <p:nvPr/>
        </p:nvSpPr>
        <p:spPr>
          <a:xfrm>
            <a:off x="1730188" y="4790445"/>
            <a:ext cx="994185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Prawdopodobieństwo </a:t>
            </a:r>
            <a:r>
              <a:rPr kumimoji="0" lang="pl-PL" sz="1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F(T)</a:t>
            </a:r>
            <a:r>
              <a:rPr kumimoji="0" lang="pl-P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że część ulegnie awarii w czasie T (horyzoncie czasowym, dla którego robimy kalkulację) zaczerpnięte z obliczeń uśrednionych dla rodzaju części zamiennej w danym typie urządzeń np. ogólne prawdopodobieństwo wystąpienia awarii PCB w jednostkach wewnętrznych typu </a:t>
            </a:r>
            <a:r>
              <a:rPr kumimoji="0" lang="pl-PL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split</a:t>
            </a:r>
            <a:r>
              <a:rPr kumimoji="0" lang="pl-PL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7785674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Custom 5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3F52"/>
      </a:accent1>
      <a:accent2>
        <a:srgbClr val="E99757"/>
      </a:accent2>
      <a:accent3>
        <a:srgbClr val="2F3342"/>
      </a:accent3>
      <a:accent4>
        <a:srgbClr val="2C2153"/>
      </a:accent4>
      <a:accent5>
        <a:srgbClr val="01023B"/>
      </a:accent5>
      <a:accent6>
        <a:srgbClr val="7F7F7F"/>
      </a:accent6>
      <a:hlink>
        <a:srgbClr val="3A3838"/>
      </a:hlink>
      <a:folHlink>
        <a:srgbClr val="D0CECE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50139528_TF55661986_Win32" id="{129B2495-02D2-4F23-B393-92BE6E78F37A}" vid="{B00543D9-08DB-40D7-943A-1F47FC027229}"/>
    </a:ext>
  </a:extLst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3AB71B891A2544DBD445D04ABE7886B" ma:contentTypeVersion="11" ma:contentTypeDescription="Utwórz nowy dokument." ma:contentTypeScope="" ma:versionID="323ef943dc9fb95ca33ee9e1c20c1484">
  <xsd:schema xmlns:xsd="http://www.w3.org/2001/XMLSchema" xmlns:xs="http://www.w3.org/2001/XMLSchema" xmlns:p="http://schemas.microsoft.com/office/2006/metadata/properties" xmlns:ns2="0d6c5dbd-25b1-4fbf-83f9-b289d7b111a0" xmlns:ns3="3fec9504-7640-4451-840c-8d09d21130e6" targetNamespace="http://schemas.microsoft.com/office/2006/metadata/properties" ma:root="true" ma:fieldsID="fa2476893f5436c76bf320e2ff6b1281" ns2:_="" ns3:_="">
    <xsd:import namespace="0d6c5dbd-25b1-4fbf-83f9-b289d7b111a0"/>
    <xsd:import namespace="3fec9504-7640-4451-840c-8d09d21130e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6c5dbd-25b1-4fbf-83f9-b289d7b111a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Tagi obrazów" ma:readOnly="false" ma:fieldId="{5cf76f15-5ced-4ddc-b409-7134ff3c332f}" ma:taxonomyMulti="true" ma:sspId="b9005f7d-55b1-4389-b300-40463b0fe7d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ec9504-7640-4451-840c-8d09d21130e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b531a35-64a5-4efe-873e-9e7dfdf4da20}" ma:internalName="TaxCatchAll" ma:showField="CatchAllData" ma:web="3fec9504-7640-4451-840c-8d09d21130e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zawartości"/>
        <xsd:element ref="dc:title" minOccurs="0" maxOccurs="1" ma:index="4" ma:displayName="Tytuł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d6c5dbd-25b1-4fbf-83f9-b289d7b111a0">
      <Terms xmlns="http://schemas.microsoft.com/office/infopath/2007/PartnerControls"/>
    </lcf76f155ced4ddcb4097134ff3c332f>
    <TaxCatchAll xmlns="3fec9504-7640-4451-840c-8d09d21130e6" xsi:nil="true"/>
  </documentManagement>
</p:properties>
</file>

<file path=customXml/itemProps1.xml><?xml version="1.0" encoding="utf-8"?>
<ds:datastoreItem xmlns:ds="http://schemas.openxmlformats.org/officeDocument/2006/customXml" ds:itemID="{1B7E2D32-4FDD-4266-880C-17595B8014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B625D45-EDE9-4ED8-9FCC-B42C9553B5AC}"/>
</file>

<file path=customXml/itemProps3.xml><?xml version="1.0" encoding="utf-8"?>
<ds:datastoreItem xmlns:ds="http://schemas.openxmlformats.org/officeDocument/2006/customXml" ds:itemID="{E3D9F223-918A-45AF-9B53-56AB9E5E2182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0d6c5dbd-25b1-4fbf-83f9-b289d7b111a0"/>
    <ds:schemaRef ds:uri="3fec9504-7640-4451-840c-8d09d21130e6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Prezentacja techniczna</Template>
  <TotalTime>3285</TotalTime>
  <Words>1624</Words>
  <Application>Microsoft Office PowerPoint</Application>
  <PresentationFormat>Widescreen</PresentationFormat>
  <Paragraphs>212</Paragraphs>
  <Slides>17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Motyw pakietu Office</vt:lpstr>
      <vt:lpstr>MetodOLOGIA ANALIZY AWARYJNOŚCI I PLANOWANIA STANÓW MAGAZYNOWYCH</vt:lpstr>
      <vt:lpstr>CEL</vt:lpstr>
      <vt:lpstr>PowerPoint Presentation</vt:lpstr>
      <vt:lpstr>Zapotrzebowanie gwarancyjne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Zapotrzebowanie SPRZEDAŻOWE</vt:lpstr>
      <vt:lpstr>PowerPoint Presentation</vt:lpstr>
      <vt:lpstr>CZĘŚCI DO NOWYCH PRODUKTÓW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Marta Stawiarska</dc:creator>
  <cp:lastModifiedBy>Marta Stawiarska</cp:lastModifiedBy>
  <cp:revision>3</cp:revision>
  <dcterms:created xsi:type="dcterms:W3CDTF">2025-05-13T07:28:32Z</dcterms:created>
  <dcterms:modified xsi:type="dcterms:W3CDTF">2025-08-06T13:22:13Z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0x01010053AB71B891A2544DBD445D04ABE7886B</vt:lpwstr>
  </property>
  <property fmtid="{D5CDD505-2E9C-101B-9397-08002B2CF9AE}" pid="3" name="MediaServiceImageTags">
    <vt:lpwstr/>
  </property>
</Properties>
</file>